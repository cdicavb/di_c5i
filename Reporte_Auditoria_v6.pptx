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"/>
  </p:notesMasterIdLst>
  <p:sldIdLst>
    <p:sldId id="266" r:id="rId2"/>
    <p:sldId id="420" r:id="rId3"/>
    <p:sldId id="424" r:id="rId4"/>
  </p:sldIdLst>
  <p:sldSz cx="12192000" cy="6858000"/>
  <p:notesSz cx="9296400" cy="70104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66" autoAdjust="0"/>
    <p:restoredTop sz="94660"/>
  </p:normalViewPr>
  <p:slideViewPr>
    <p:cSldViewPr snapToGrid="0" showGuides="1">
      <p:cViewPr varScale="1">
        <p:scale>
          <a:sx n="120" d="100"/>
          <a:sy n="120" d="100"/>
        </p:scale>
        <p:origin x="296" y="176"/>
      </p:cViewPr>
      <p:guideLst>
        <p:guide orient="horz" pos="218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265809" y="2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1EE4704-4EC2-48CF-9CAB-7DC6935AC853}" type="datetimeFigureOut">
              <a:rPr lang="es-CL" smtClean="0"/>
              <a:t>15-05-26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29640" y="3373756"/>
            <a:ext cx="7437120" cy="2760345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1AE3171-8B95-4FDF-9FF2-A00390426C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6366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1"/>
            <a:ext cx="10363200" cy="3693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4BAC2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385622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E35B4-57E9-4742-B4B9-B2AC1FCC572F}" type="datetime1">
              <a:rPr lang="en-US" smtClean="0"/>
              <a:t>5/15/26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7874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2570" y="183008"/>
            <a:ext cx="9166860" cy="369368"/>
          </a:xfrm>
        </p:spPr>
        <p:txBody>
          <a:bodyPr lIns="0" tIns="0" rIns="0" bIns="0"/>
          <a:lstStyle>
            <a:lvl1pPr>
              <a:defRPr sz="2400" b="1" i="0">
                <a:solidFill>
                  <a:srgbClr val="4BAC2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03111" y="3172205"/>
            <a:ext cx="4895851" cy="276999"/>
          </a:xfrm>
        </p:spPr>
        <p:txBody>
          <a:bodyPr lIns="0" tIns="0" rIns="0" bIns="0"/>
          <a:lstStyle>
            <a:lvl1pPr>
              <a:defRPr sz="1800" b="1" i="0">
                <a:solidFill>
                  <a:srgbClr val="385622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866A6-1F98-45AD-828D-0004B2062B78}" type="datetime1">
              <a:rPr lang="en-US" smtClean="0"/>
              <a:t>5/15/26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638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2570" y="183008"/>
            <a:ext cx="9166860" cy="369368"/>
          </a:xfrm>
        </p:spPr>
        <p:txBody>
          <a:bodyPr lIns="0" tIns="0" rIns="0" bIns="0"/>
          <a:lstStyle>
            <a:lvl1pPr>
              <a:defRPr sz="2400" b="1" i="0">
                <a:solidFill>
                  <a:srgbClr val="4BAC2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07387-C5BF-44D3-A057-800E6411BA60}" type="datetime1">
              <a:rPr lang="en-US" smtClean="0"/>
              <a:t>5/15/26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2591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2570" y="183008"/>
            <a:ext cx="9166860" cy="369368"/>
          </a:xfrm>
        </p:spPr>
        <p:txBody>
          <a:bodyPr lIns="0" tIns="0" rIns="0" bIns="0"/>
          <a:lstStyle>
            <a:lvl1pPr>
              <a:defRPr sz="2400" b="1" i="0">
                <a:solidFill>
                  <a:srgbClr val="4BAC2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0934F-F09E-4B4E-B990-EEEFE376F1DD}" type="datetime1">
              <a:rPr lang="en-US" smtClean="0"/>
              <a:t>5/15/26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0581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81005" y="248412"/>
            <a:ext cx="902206" cy="90373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015474" y="345948"/>
            <a:ext cx="871854" cy="871855"/>
          </a:xfrm>
          <a:custGeom>
            <a:avLst/>
            <a:gdLst/>
            <a:ahLst/>
            <a:cxnLst/>
            <a:rect l="l" t="t" r="r" b="b"/>
            <a:pathLst>
              <a:path w="871854" h="871855">
                <a:moveTo>
                  <a:pt x="22606" y="11303"/>
                </a:moveTo>
                <a:lnTo>
                  <a:pt x="21717" y="6858"/>
                </a:lnTo>
                <a:lnTo>
                  <a:pt x="19304" y="3302"/>
                </a:lnTo>
                <a:lnTo>
                  <a:pt x="15748" y="889"/>
                </a:lnTo>
                <a:lnTo>
                  <a:pt x="11303" y="0"/>
                </a:lnTo>
                <a:lnTo>
                  <a:pt x="6858" y="889"/>
                </a:lnTo>
                <a:lnTo>
                  <a:pt x="3302" y="3302"/>
                </a:lnTo>
                <a:lnTo>
                  <a:pt x="889" y="6858"/>
                </a:lnTo>
                <a:lnTo>
                  <a:pt x="0" y="11303"/>
                </a:lnTo>
                <a:lnTo>
                  <a:pt x="889" y="15748"/>
                </a:lnTo>
                <a:lnTo>
                  <a:pt x="3302" y="19304"/>
                </a:lnTo>
                <a:lnTo>
                  <a:pt x="6858" y="21717"/>
                </a:lnTo>
                <a:lnTo>
                  <a:pt x="11303" y="22606"/>
                </a:lnTo>
                <a:lnTo>
                  <a:pt x="15748" y="21717"/>
                </a:lnTo>
                <a:lnTo>
                  <a:pt x="19304" y="19304"/>
                </a:lnTo>
                <a:lnTo>
                  <a:pt x="21717" y="15748"/>
                </a:lnTo>
                <a:lnTo>
                  <a:pt x="22606" y="11303"/>
                </a:lnTo>
                <a:close/>
              </a:path>
              <a:path w="871854" h="871855">
                <a:moveTo>
                  <a:pt x="871474" y="860171"/>
                </a:moveTo>
                <a:lnTo>
                  <a:pt x="870458" y="855726"/>
                </a:lnTo>
                <a:lnTo>
                  <a:pt x="867918" y="852170"/>
                </a:lnTo>
                <a:lnTo>
                  <a:pt x="864108" y="849757"/>
                </a:lnTo>
                <a:lnTo>
                  <a:pt x="859409" y="848868"/>
                </a:lnTo>
                <a:lnTo>
                  <a:pt x="854710" y="849757"/>
                </a:lnTo>
                <a:lnTo>
                  <a:pt x="850900" y="852170"/>
                </a:lnTo>
                <a:lnTo>
                  <a:pt x="848233" y="855726"/>
                </a:lnTo>
                <a:lnTo>
                  <a:pt x="847344" y="860171"/>
                </a:lnTo>
                <a:lnTo>
                  <a:pt x="848233" y="864616"/>
                </a:lnTo>
                <a:lnTo>
                  <a:pt x="850900" y="868172"/>
                </a:lnTo>
                <a:lnTo>
                  <a:pt x="854710" y="870585"/>
                </a:lnTo>
                <a:lnTo>
                  <a:pt x="859409" y="871474"/>
                </a:lnTo>
                <a:lnTo>
                  <a:pt x="864108" y="870585"/>
                </a:lnTo>
                <a:lnTo>
                  <a:pt x="867918" y="868172"/>
                </a:lnTo>
                <a:lnTo>
                  <a:pt x="870458" y="864616"/>
                </a:lnTo>
                <a:lnTo>
                  <a:pt x="871474" y="860171"/>
                </a:lnTo>
                <a:close/>
              </a:path>
            </a:pathLst>
          </a:custGeom>
          <a:solidFill>
            <a:srgbClr val="050505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3055620" y="6804660"/>
            <a:ext cx="763906" cy="52069"/>
          </a:xfrm>
          <a:custGeom>
            <a:avLst/>
            <a:gdLst/>
            <a:ahLst/>
            <a:cxnLst/>
            <a:rect l="l" t="t" r="r" b="b"/>
            <a:pathLst>
              <a:path w="763904" h="52070">
                <a:moveTo>
                  <a:pt x="763447" y="0"/>
                </a:moveTo>
                <a:lnTo>
                  <a:pt x="0" y="0"/>
                </a:lnTo>
                <a:lnTo>
                  <a:pt x="0" y="51718"/>
                </a:lnTo>
                <a:lnTo>
                  <a:pt x="763447" y="51718"/>
                </a:lnTo>
                <a:lnTo>
                  <a:pt x="763447" y="0"/>
                </a:lnTo>
                <a:close/>
              </a:path>
            </a:pathLst>
          </a:custGeom>
          <a:solidFill>
            <a:srgbClr val="E1B65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bg object 19"/>
          <p:cNvSpPr/>
          <p:nvPr/>
        </p:nvSpPr>
        <p:spPr>
          <a:xfrm>
            <a:off x="2290573" y="6804660"/>
            <a:ext cx="765175" cy="52069"/>
          </a:xfrm>
          <a:custGeom>
            <a:avLst/>
            <a:gdLst/>
            <a:ahLst/>
            <a:cxnLst/>
            <a:rect l="l" t="t" r="r" b="b"/>
            <a:pathLst>
              <a:path w="765175" h="52070">
                <a:moveTo>
                  <a:pt x="764971" y="0"/>
                </a:moveTo>
                <a:lnTo>
                  <a:pt x="0" y="0"/>
                </a:lnTo>
                <a:lnTo>
                  <a:pt x="0" y="51718"/>
                </a:lnTo>
                <a:lnTo>
                  <a:pt x="764971" y="51718"/>
                </a:lnTo>
                <a:lnTo>
                  <a:pt x="764971" y="0"/>
                </a:lnTo>
                <a:close/>
              </a:path>
            </a:pathLst>
          </a:custGeom>
          <a:solidFill>
            <a:srgbClr val="C3565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0" name="bg object 20"/>
          <p:cNvSpPr/>
          <p:nvPr/>
        </p:nvSpPr>
        <p:spPr>
          <a:xfrm>
            <a:off x="1527048" y="6804660"/>
            <a:ext cx="765175" cy="52069"/>
          </a:xfrm>
          <a:custGeom>
            <a:avLst/>
            <a:gdLst/>
            <a:ahLst/>
            <a:cxnLst/>
            <a:rect l="l" t="t" r="r" b="b"/>
            <a:pathLst>
              <a:path w="765175" h="52070">
                <a:moveTo>
                  <a:pt x="764971" y="0"/>
                </a:moveTo>
                <a:lnTo>
                  <a:pt x="0" y="0"/>
                </a:lnTo>
                <a:lnTo>
                  <a:pt x="0" y="51718"/>
                </a:lnTo>
                <a:lnTo>
                  <a:pt x="764971" y="51718"/>
                </a:lnTo>
                <a:lnTo>
                  <a:pt x="764971" y="0"/>
                </a:lnTo>
                <a:close/>
              </a:path>
            </a:pathLst>
          </a:custGeom>
          <a:solidFill>
            <a:srgbClr val="765191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1" name="bg object 21"/>
          <p:cNvSpPr/>
          <p:nvPr/>
        </p:nvSpPr>
        <p:spPr>
          <a:xfrm>
            <a:off x="763524" y="6804660"/>
            <a:ext cx="763906" cy="52069"/>
          </a:xfrm>
          <a:custGeom>
            <a:avLst/>
            <a:gdLst/>
            <a:ahLst/>
            <a:cxnLst/>
            <a:rect l="l" t="t" r="r" b="b"/>
            <a:pathLst>
              <a:path w="763905" h="52070">
                <a:moveTo>
                  <a:pt x="763447" y="0"/>
                </a:moveTo>
                <a:lnTo>
                  <a:pt x="0" y="0"/>
                </a:lnTo>
                <a:lnTo>
                  <a:pt x="0" y="51718"/>
                </a:lnTo>
                <a:lnTo>
                  <a:pt x="763447" y="51718"/>
                </a:lnTo>
                <a:lnTo>
                  <a:pt x="763447" y="0"/>
                </a:lnTo>
                <a:close/>
              </a:path>
            </a:pathLst>
          </a:custGeom>
          <a:solidFill>
            <a:srgbClr val="C07C4A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2" name="bg object 22"/>
          <p:cNvSpPr/>
          <p:nvPr/>
        </p:nvSpPr>
        <p:spPr>
          <a:xfrm>
            <a:off x="1" y="6804660"/>
            <a:ext cx="763906" cy="52069"/>
          </a:xfrm>
          <a:custGeom>
            <a:avLst/>
            <a:gdLst/>
            <a:ahLst/>
            <a:cxnLst/>
            <a:rect l="l" t="t" r="r" b="b"/>
            <a:pathLst>
              <a:path w="763905" h="52070">
                <a:moveTo>
                  <a:pt x="763447" y="0"/>
                </a:moveTo>
                <a:lnTo>
                  <a:pt x="0" y="0"/>
                </a:lnTo>
                <a:lnTo>
                  <a:pt x="0" y="51718"/>
                </a:lnTo>
                <a:lnTo>
                  <a:pt x="763447" y="51718"/>
                </a:lnTo>
                <a:lnTo>
                  <a:pt x="763447" y="0"/>
                </a:lnTo>
                <a:close/>
              </a:path>
            </a:pathLst>
          </a:custGeom>
          <a:solidFill>
            <a:srgbClr val="51743C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3AA5C-9409-42B1-9391-AA281EA52FD4}" type="datetime1">
              <a:rPr lang="en-US" smtClean="0"/>
              <a:t>5/15/26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7964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81003" y="248412"/>
            <a:ext cx="903732" cy="90373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015474" y="345948"/>
            <a:ext cx="871854" cy="871855"/>
          </a:xfrm>
          <a:custGeom>
            <a:avLst/>
            <a:gdLst/>
            <a:ahLst/>
            <a:cxnLst/>
            <a:rect l="l" t="t" r="r" b="b"/>
            <a:pathLst>
              <a:path w="871854" h="871855">
                <a:moveTo>
                  <a:pt x="22606" y="11303"/>
                </a:moveTo>
                <a:lnTo>
                  <a:pt x="21717" y="6858"/>
                </a:lnTo>
                <a:lnTo>
                  <a:pt x="19304" y="3302"/>
                </a:lnTo>
                <a:lnTo>
                  <a:pt x="15748" y="889"/>
                </a:lnTo>
                <a:lnTo>
                  <a:pt x="11303" y="0"/>
                </a:lnTo>
                <a:lnTo>
                  <a:pt x="6858" y="889"/>
                </a:lnTo>
                <a:lnTo>
                  <a:pt x="3302" y="3302"/>
                </a:lnTo>
                <a:lnTo>
                  <a:pt x="889" y="6858"/>
                </a:lnTo>
                <a:lnTo>
                  <a:pt x="0" y="11303"/>
                </a:lnTo>
                <a:lnTo>
                  <a:pt x="889" y="15748"/>
                </a:lnTo>
                <a:lnTo>
                  <a:pt x="3302" y="19304"/>
                </a:lnTo>
                <a:lnTo>
                  <a:pt x="6858" y="21717"/>
                </a:lnTo>
                <a:lnTo>
                  <a:pt x="11303" y="22606"/>
                </a:lnTo>
                <a:lnTo>
                  <a:pt x="15748" y="21717"/>
                </a:lnTo>
                <a:lnTo>
                  <a:pt x="19304" y="19304"/>
                </a:lnTo>
                <a:lnTo>
                  <a:pt x="21717" y="15748"/>
                </a:lnTo>
                <a:lnTo>
                  <a:pt x="22606" y="11303"/>
                </a:lnTo>
                <a:close/>
              </a:path>
              <a:path w="871854" h="871855">
                <a:moveTo>
                  <a:pt x="871474" y="860171"/>
                </a:moveTo>
                <a:lnTo>
                  <a:pt x="870458" y="855726"/>
                </a:lnTo>
                <a:lnTo>
                  <a:pt x="867918" y="852170"/>
                </a:lnTo>
                <a:lnTo>
                  <a:pt x="864108" y="849757"/>
                </a:lnTo>
                <a:lnTo>
                  <a:pt x="859409" y="848868"/>
                </a:lnTo>
                <a:lnTo>
                  <a:pt x="854710" y="849757"/>
                </a:lnTo>
                <a:lnTo>
                  <a:pt x="850900" y="852170"/>
                </a:lnTo>
                <a:lnTo>
                  <a:pt x="848233" y="855726"/>
                </a:lnTo>
                <a:lnTo>
                  <a:pt x="847344" y="860171"/>
                </a:lnTo>
                <a:lnTo>
                  <a:pt x="848233" y="864616"/>
                </a:lnTo>
                <a:lnTo>
                  <a:pt x="850900" y="868172"/>
                </a:lnTo>
                <a:lnTo>
                  <a:pt x="854710" y="870585"/>
                </a:lnTo>
                <a:lnTo>
                  <a:pt x="859409" y="871474"/>
                </a:lnTo>
                <a:lnTo>
                  <a:pt x="864108" y="870585"/>
                </a:lnTo>
                <a:lnTo>
                  <a:pt x="867918" y="868172"/>
                </a:lnTo>
                <a:lnTo>
                  <a:pt x="870458" y="864616"/>
                </a:lnTo>
                <a:lnTo>
                  <a:pt x="871474" y="860171"/>
                </a:lnTo>
                <a:close/>
              </a:path>
            </a:pathLst>
          </a:custGeom>
          <a:solidFill>
            <a:srgbClr val="050505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7283" y="4922521"/>
            <a:ext cx="44196" cy="4419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7283" y="5049013"/>
            <a:ext cx="44196" cy="4571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7283" y="5177029"/>
            <a:ext cx="44196" cy="4419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7283" y="5305044"/>
            <a:ext cx="44196" cy="44196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7283" y="5431537"/>
            <a:ext cx="44196" cy="45718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7283" y="5559552"/>
            <a:ext cx="44196" cy="44196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7283" y="5686045"/>
            <a:ext cx="44196" cy="45718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39267" y="4922521"/>
            <a:ext cx="45721" cy="44195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39267" y="5049013"/>
            <a:ext cx="45721" cy="45718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39267" y="5177029"/>
            <a:ext cx="45721" cy="44195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39267" y="5305044"/>
            <a:ext cx="45721" cy="44196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39267" y="5431537"/>
            <a:ext cx="45721" cy="45718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39267" y="5559552"/>
            <a:ext cx="45721" cy="44196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39267" y="5686045"/>
            <a:ext cx="45721" cy="45718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7283" y="5814059"/>
            <a:ext cx="44196" cy="44196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7283" y="5940553"/>
            <a:ext cx="44196" cy="45718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7283" y="6068568"/>
            <a:ext cx="44196" cy="44195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7283" y="6195061"/>
            <a:ext cx="44196" cy="45718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7283" y="6323077"/>
            <a:ext cx="44196" cy="44195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7283" y="6451093"/>
            <a:ext cx="44196" cy="44194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67283" y="6577585"/>
            <a:ext cx="44196" cy="45718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39267" y="5814059"/>
            <a:ext cx="45721" cy="44196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39267" y="5940553"/>
            <a:ext cx="45721" cy="45718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39267" y="6068568"/>
            <a:ext cx="45721" cy="44195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39267" y="6195061"/>
            <a:ext cx="45721" cy="45718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39267" y="6323077"/>
            <a:ext cx="45721" cy="44195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39267" y="6451093"/>
            <a:ext cx="45721" cy="44194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39267" y="6577585"/>
            <a:ext cx="45721" cy="45718"/>
          </a:xfrm>
          <a:prstGeom prst="rect">
            <a:avLst/>
          </a:prstGeom>
        </p:spPr>
      </p:pic>
      <p:sp>
        <p:nvSpPr>
          <p:cNvPr id="46" name="bg object 46"/>
          <p:cNvSpPr/>
          <p:nvPr/>
        </p:nvSpPr>
        <p:spPr>
          <a:xfrm>
            <a:off x="3055620" y="6804660"/>
            <a:ext cx="763906" cy="52069"/>
          </a:xfrm>
          <a:custGeom>
            <a:avLst/>
            <a:gdLst/>
            <a:ahLst/>
            <a:cxnLst/>
            <a:rect l="l" t="t" r="r" b="b"/>
            <a:pathLst>
              <a:path w="763904" h="52070">
                <a:moveTo>
                  <a:pt x="763447" y="0"/>
                </a:moveTo>
                <a:lnTo>
                  <a:pt x="0" y="0"/>
                </a:lnTo>
                <a:lnTo>
                  <a:pt x="0" y="51718"/>
                </a:lnTo>
                <a:lnTo>
                  <a:pt x="763447" y="51718"/>
                </a:lnTo>
                <a:lnTo>
                  <a:pt x="763447" y="0"/>
                </a:lnTo>
                <a:close/>
              </a:path>
            </a:pathLst>
          </a:custGeom>
          <a:solidFill>
            <a:srgbClr val="E1B65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7" name="bg object 47"/>
          <p:cNvSpPr/>
          <p:nvPr/>
        </p:nvSpPr>
        <p:spPr>
          <a:xfrm>
            <a:off x="2290573" y="6804660"/>
            <a:ext cx="765175" cy="52069"/>
          </a:xfrm>
          <a:custGeom>
            <a:avLst/>
            <a:gdLst/>
            <a:ahLst/>
            <a:cxnLst/>
            <a:rect l="l" t="t" r="r" b="b"/>
            <a:pathLst>
              <a:path w="765175" h="52070">
                <a:moveTo>
                  <a:pt x="764971" y="0"/>
                </a:moveTo>
                <a:lnTo>
                  <a:pt x="0" y="0"/>
                </a:lnTo>
                <a:lnTo>
                  <a:pt x="0" y="51718"/>
                </a:lnTo>
                <a:lnTo>
                  <a:pt x="764971" y="51718"/>
                </a:lnTo>
                <a:lnTo>
                  <a:pt x="764971" y="0"/>
                </a:lnTo>
                <a:close/>
              </a:path>
            </a:pathLst>
          </a:custGeom>
          <a:solidFill>
            <a:srgbClr val="C3565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8" name="bg object 48"/>
          <p:cNvSpPr/>
          <p:nvPr/>
        </p:nvSpPr>
        <p:spPr>
          <a:xfrm>
            <a:off x="1527048" y="6804660"/>
            <a:ext cx="765175" cy="52069"/>
          </a:xfrm>
          <a:custGeom>
            <a:avLst/>
            <a:gdLst/>
            <a:ahLst/>
            <a:cxnLst/>
            <a:rect l="l" t="t" r="r" b="b"/>
            <a:pathLst>
              <a:path w="765175" h="52070">
                <a:moveTo>
                  <a:pt x="764971" y="0"/>
                </a:moveTo>
                <a:lnTo>
                  <a:pt x="0" y="0"/>
                </a:lnTo>
                <a:lnTo>
                  <a:pt x="0" y="51718"/>
                </a:lnTo>
                <a:lnTo>
                  <a:pt x="764971" y="51718"/>
                </a:lnTo>
                <a:lnTo>
                  <a:pt x="764971" y="0"/>
                </a:lnTo>
                <a:close/>
              </a:path>
            </a:pathLst>
          </a:custGeom>
          <a:solidFill>
            <a:srgbClr val="765191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9" name="bg object 49"/>
          <p:cNvSpPr/>
          <p:nvPr/>
        </p:nvSpPr>
        <p:spPr>
          <a:xfrm>
            <a:off x="763524" y="6804660"/>
            <a:ext cx="763906" cy="52069"/>
          </a:xfrm>
          <a:custGeom>
            <a:avLst/>
            <a:gdLst/>
            <a:ahLst/>
            <a:cxnLst/>
            <a:rect l="l" t="t" r="r" b="b"/>
            <a:pathLst>
              <a:path w="763905" h="52070">
                <a:moveTo>
                  <a:pt x="763447" y="0"/>
                </a:moveTo>
                <a:lnTo>
                  <a:pt x="0" y="0"/>
                </a:lnTo>
                <a:lnTo>
                  <a:pt x="0" y="51718"/>
                </a:lnTo>
                <a:lnTo>
                  <a:pt x="763447" y="51718"/>
                </a:lnTo>
                <a:lnTo>
                  <a:pt x="763447" y="0"/>
                </a:lnTo>
                <a:close/>
              </a:path>
            </a:pathLst>
          </a:custGeom>
          <a:solidFill>
            <a:srgbClr val="C07C4A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0" name="bg object 50"/>
          <p:cNvSpPr/>
          <p:nvPr/>
        </p:nvSpPr>
        <p:spPr>
          <a:xfrm>
            <a:off x="1" y="6804660"/>
            <a:ext cx="763906" cy="52069"/>
          </a:xfrm>
          <a:custGeom>
            <a:avLst/>
            <a:gdLst/>
            <a:ahLst/>
            <a:cxnLst/>
            <a:rect l="l" t="t" r="r" b="b"/>
            <a:pathLst>
              <a:path w="763905" h="52070">
                <a:moveTo>
                  <a:pt x="763447" y="0"/>
                </a:moveTo>
                <a:lnTo>
                  <a:pt x="0" y="0"/>
                </a:lnTo>
                <a:lnTo>
                  <a:pt x="0" y="51718"/>
                </a:lnTo>
                <a:lnTo>
                  <a:pt x="763447" y="51718"/>
                </a:lnTo>
                <a:lnTo>
                  <a:pt x="763447" y="0"/>
                </a:lnTo>
                <a:close/>
              </a:path>
            </a:pathLst>
          </a:custGeom>
          <a:solidFill>
            <a:srgbClr val="51743C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2570" y="183008"/>
            <a:ext cx="916686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4BAC2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03111" y="3172205"/>
            <a:ext cx="489585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385622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44ACA-F2BF-4EA6-9C18-17BB0AAF29C5}" type="datetime1">
              <a:rPr lang="en-US" smtClean="0"/>
              <a:t>5/15/26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MX" dirty="0"/>
              <a:t>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226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6">
        <a:defRPr>
          <a:latin typeface="+mn-lt"/>
          <a:ea typeface="+mn-ea"/>
          <a:cs typeface="+mn-cs"/>
        </a:defRPr>
      </a:lvl2pPr>
      <a:lvl3pPr marL="914411">
        <a:defRPr>
          <a:latin typeface="+mn-lt"/>
          <a:ea typeface="+mn-ea"/>
          <a:cs typeface="+mn-cs"/>
        </a:defRPr>
      </a:lvl3pPr>
      <a:lvl4pPr marL="1371617">
        <a:defRPr>
          <a:latin typeface="+mn-lt"/>
          <a:ea typeface="+mn-ea"/>
          <a:cs typeface="+mn-cs"/>
        </a:defRPr>
      </a:lvl4pPr>
      <a:lvl5pPr marL="1828823">
        <a:defRPr>
          <a:latin typeface="+mn-lt"/>
          <a:ea typeface="+mn-ea"/>
          <a:cs typeface="+mn-cs"/>
        </a:defRPr>
      </a:lvl5pPr>
      <a:lvl6pPr marL="2286029">
        <a:defRPr>
          <a:latin typeface="+mn-lt"/>
          <a:ea typeface="+mn-ea"/>
          <a:cs typeface="+mn-cs"/>
        </a:defRPr>
      </a:lvl6pPr>
      <a:lvl7pPr marL="2743234">
        <a:defRPr>
          <a:latin typeface="+mn-lt"/>
          <a:ea typeface="+mn-ea"/>
          <a:cs typeface="+mn-cs"/>
        </a:defRPr>
      </a:lvl7pPr>
      <a:lvl8pPr marL="3200440">
        <a:defRPr>
          <a:latin typeface="+mn-lt"/>
          <a:ea typeface="+mn-ea"/>
          <a:cs typeface="+mn-cs"/>
        </a:defRPr>
      </a:lvl8pPr>
      <a:lvl9pPr marL="365764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6">
        <a:defRPr>
          <a:latin typeface="+mn-lt"/>
          <a:ea typeface="+mn-ea"/>
          <a:cs typeface="+mn-cs"/>
        </a:defRPr>
      </a:lvl2pPr>
      <a:lvl3pPr marL="914411">
        <a:defRPr>
          <a:latin typeface="+mn-lt"/>
          <a:ea typeface="+mn-ea"/>
          <a:cs typeface="+mn-cs"/>
        </a:defRPr>
      </a:lvl3pPr>
      <a:lvl4pPr marL="1371617">
        <a:defRPr>
          <a:latin typeface="+mn-lt"/>
          <a:ea typeface="+mn-ea"/>
          <a:cs typeface="+mn-cs"/>
        </a:defRPr>
      </a:lvl4pPr>
      <a:lvl5pPr marL="1828823">
        <a:defRPr>
          <a:latin typeface="+mn-lt"/>
          <a:ea typeface="+mn-ea"/>
          <a:cs typeface="+mn-cs"/>
        </a:defRPr>
      </a:lvl5pPr>
      <a:lvl6pPr marL="2286029">
        <a:defRPr>
          <a:latin typeface="+mn-lt"/>
          <a:ea typeface="+mn-ea"/>
          <a:cs typeface="+mn-cs"/>
        </a:defRPr>
      </a:lvl6pPr>
      <a:lvl7pPr marL="2743234">
        <a:defRPr>
          <a:latin typeface="+mn-lt"/>
          <a:ea typeface="+mn-ea"/>
          <a:cs typeface="+mn-cs"/>
        </a:defRPr>
      </a:lvl7pPr>
      <a:lvl8pPr marL="3200440">
        <a:defRPr>
          <a:latin typeface="+mn-lt"/>
          <a:ea typeface="+mn-ea"/>
          <a:cs typeface="+mn-cs"/>
        </a:defRPr>
      </a:lvl8pPr>
      <a:lvl9pPr marL="365764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" y="6"/>
            <a:ext cx="12191999" cy="6857994"/>
            <a:chOff x="0" y="2"/>
            <a:chExt cx="12191999" cy="685799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"/>
              <a:ext cx="12191999" cy="685799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81004" y="248412"/>
              <a:ext cx="903731" cy="9037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015472" y="345947"/>
              <a:ext cx="871855" cy="871855"/>
            </a:xfrm>
            <a:custGeom>
              <a:avLst/>
              <a:gdLst/>
              <a:ahLst/>
              <a:cxnLst/>
              <a:rect l="l" t="t" r="r" b="b"/>
              <a:pathLst>
                <a:path w="871854" h="871855">
                  <a:moveTo>
                    <a:pt x="22606" y="11303"/>
                  </a:moveTo>
                  <a:lnTo>
                    <a:pt x="21717" y="6858"/>
                  </a:lnTo>
                  <a:lnTo>
                    <a:pt x="19304" y="3302"/>
                  </a:lnTo>
                  <a:lnTo>
                    <a:pt x="15748" y="889"/>
                  </a:lnTo>
                  <a:lnTo>
                    <a:pt x="11303" y="0"/>
                  </a:lnTo>
                  <a:lnTo>
                    <a:pt x="6858" y="889"/>
                  </a:lnTo>
                  <a:lnTo>
                    <a:pt x="3302" y="3302"/>
                  </a:lnTo>
                  <a:lnTo>
                    <a:pt x="889" y="6858"/>
                  </a:lnTo>
                  <a:lnTo>
                    <a:pt x="0" y="11303"/>
                  </a:lnTo>
                  <a:lnTo>
                    <a:pt x="889" y="15748"/>
                  </a:lnTo>
                  <a:lnTo>
                    <a:pt x="3302" y="19304"/>
                  </a:lnTo>
                  <a:lnTo>
                    <a:pt x="6858" y="21717"/>
                  </a:lnTo>
                  <a:lnTo>
                    <a:pt x="11303" y="22606"/>
                  </a:lnTo>
                  <a:lnTo>
                    <a:pt x="15748" y="21717"/>
                  </a:lnTo>
                  <a:lnTo>
                    <a:pt x="19304" y="19304"/>
                  </a:lnTo>
                  <a:lnTo>
                    <a:pt x="21717" y="15748"/>
                  </a:lnTo>
                  <a:lnTo>
                    <a:pt x="22606" y="11303"/>
                  </a:lnTo>
                  <a:close/>
                </a:path>
                <a:path w="871854" h="871855">
                  <a:moveTo>
                    <a:pt x="871474" y="860171"/>
                  </a:moveTo>
                  <a:lnTo>
                    <a:pt x="870458" y="855726"/>
                  </a:lnTo>
                  <a:lnTo>
                    <a:pt x="867918" y="852170"/>
                  </a:lnTo>
                  <a:lnTo>
                    <a:pt x="864108" y="849757"/>
                  </a:lnTo>
                  <a:lnTo>
                    <a:pt x="859409" y="848868"/>
                  </a:lnTo>
                  <a:lnTo>
                    <a:pt x="854710" y="849757"/>
                  </a:lnTo>
                  <a:lnTo>
                    <a:pt x="850900" y="852170"/>
                  </a:lnTo>
                  <a:lnTo>
                    <a:pt x="848233" y="855726"/>
                  </a:lnTo>
                  <a:lnTo>
                    <a:pt x="847344" y="860171"/>
                  </a:lnTo>
                  <a:lnTo>
                    <a:pt x="848233" y="864616"/>
                  </a:lnTo>
                  <a:lnTo>
                    <a:pt x="850900" y="868172"/>
                  </a:lnTo>
                  <a:lnTo>
                    <a:pt x="854710" y="870585"/>
                  </a:lnTo>
                  <a:lnTo>
                    <a:pt x="859409" y="871474"/>
                  </a:lnTo>
                  <a:lnTo>
                    <a:pt x="864108" y="870585"/>
                  </a:lnTo>
                  <a:lnTo>
                    <a:pt x="867918" y="868172"/>
                  </a:lnTo>
                  <a:lnTo>
                    <a:pt x="870458" y="864616"/>
                  </a:lnTo>
                  <a:lnTo>
                    <a:pt x="871474" y="860171"/>
                  </a:lnTo>
                  <a:close/>
                </a:path>
              </a:pathLst>
            </a:custGeom>
            <a:solidFill>
              <a:srgbClr val="050505"/>
            </a:solidFill>
          </p:spPr>
          <p:txBody>
            <a:bodyPr wrap="square" lIns="0" tIns="0" rIns="0" bIns="0" rtlCol="0"/>
            <a:lstStyle/>
            <a:p>
              <a:pPr defTabSz="914411">
                <a:defRPr/>
              </a:pPr>
              <a:endParaRPr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284" y="4922519"/>
              <a:ext cx="44195" cy="4419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284" y="5049013"/>
              <a:ext cx="44195" cy="4571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284" y="5177028"/>
              <a:ext cx="44195" cy="4419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284" y="5305043"/>
              <a:ext cx="44195" cy="4419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7284" y="5431537"/>
              <a:ext cx="44195" cy="4571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7284" y="5559551"/>
              <a:ext cx="44195" cy="4419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7284" y="5686045"/>
              <a:ext cx="44195" cy="457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268" y="4922519"/>
              <a:ext cx="45720" cy="4419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268" y="5049013"/>
              <a:ext cx="45720" cy="4571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268" y="5177028"/>
              <a:ext cx="45720" cy="4419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268" y="5305043"/>
              <a:ext cx="45720" cy="4419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268" y="5431537"/>
              <a:ext cx="45720" cy="4571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268" y="5559551"/>
              <a:ext cx="45720" cy="4419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268" y="5686045"/>
              <a:ext cx="45720" cy="4571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7284" y="5814060"/>
              <a:ext cx="44195" cy="4419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7284" y="5940553"/>
              <a:ext cx="44195" cy="4571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284" y="6068568"/>
              <a:ext cx="44195" cy="4419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284" y="6195061"/>
              <a:ext cx="44195" cy="4571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284" y="6323075"/>
              <a:ext cx="44195" cy="4419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284" y="6451093"/>
              <a:ext cx="44195" cy="4419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7284" y="6577585"/>
              <a:ext cx="44195" cy="4571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268" y="5814060"/>
              <a:ext cx="45720" cy="4419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268" y="5940553"/>
              <a:ext cx="45720" cy="4571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268" y="6068568"/>
              <a:ext cx="45720" cy="4419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268" y="6195061"/>
              <a:ext cx="45720" cy="4571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268" y="6323075"/>
              <a:ext cx="45720" cy="4419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268" y="6451093"/>
              <a:ext cx="45720" cy="4419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268" y="6577585"/>
              <a:ext cx="45720" cy="4571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055620" y="6804659"/>
              <a:ext cx="763905" cy="52069"/>
            </a:xfrm>
            <a:custGeom>
              <a:avLst/>
              <a:gdLst/>
              <a:ahLst/>
              <a:cxnLst/>
              <a:rect l="l" t="t" r="r" b="b"/>
              <a:pathLst>
                <a:path w="763904" h="52070">
                  <a:moveTo>
                    <a:pt x="763447" y="0"/>
                  </a:moveTo>
                  <a:lnTo>
                    <a:pt x="0" y="0"/>
                  </a:lnTo>
                  <a:lnTo>
                    <a:pt x="0" y="51718"/>
                  </a:lnTo>
                  <a:lnTo>
                    <a:pt x="763447" y="51718"/>
                  </a:lnTo>
                  <a:lnTo>
                    <a:pt x="763447" y="0"/>
                  </a:lnTo>
                  <a:close/>
                </a:path>
              </a:pathLst>
            </a:custGeom>
            <a:solidFill>
              <a:srgbClr val="E1B654"/>
            </a:solidFill>
          </p:spPr>
          <p:txBody>
            <a:bodyPr wrap="square" lIns="0" tIns="0" rIns="0" bIns="0" rtlCol="0"/>
            <a:lstStyle/>
            <a:p>
              <a:pPr defTabSz="914411">
                <a:defRPr/>
              </a:pPr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2290572" y="6804659"/>
              <a:ext cx="765175" cy="52069"/>
            </a:xfrm>
            <a:custGeom>
              <a:avLst/>
              <a:gdLst/>
              <a:ahLst/>
              <a:cxnLst/>
              <a:rect l="l" t="t" r="r" b="b"/>
              <a:pathLst>
                <a:path w="765175" h="52070">
                  <a:moveTo>
                    <a:pt x="764971" y="0"/>
                  </a:moveTo>
                  <a:lnTo>
                    <a:pt x="0" y="0"/>
                  </a:lnTo>
                  <a:lnTo>
                    <a:pt x="0" y="51718"/>
                  </a:lnTo>
                  <a:lnTo>
                    <a:pt x="764971" y="51718"/>
                  </a:lnTo>
                  <a:lnTo>
                    <a:pt x="764971" y="0"/>
                  </a:lnTo>
                  <a:close/>
                </a:path>
              </a:pathLst>
            </a:custGeom>
            <a:solidFill>
              <a:srgbClr val="C35656"/>
            </a:solidFill>
          </p:spPr>
          <p:txBody>
            <a:bodyPr wrap="square" lIns="0" tIns="0" rIns="0" bIns="0" rtlCol="0"/>
            <a:lstStyle/>
            <a:p>
              <a:pPr defTabSz="914411">
                <a:defRPr/>
              </a:pPr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1527047" y="6804659"/>
              <a:ext cx="765175" cy="52069"/>
            </a:xfrm>
            <a:custGeom>
              <a:avLst/>
              <a:gdLst/>
              <a:ahLst/>
              <a:cxnLst/>
              <a:rect l="l" t="t" r="r" b="b"/>
              <a:pathLst>
                <a:path w="765175" h="52070">
                  <a:moveTo>
                    <a:pt x="764971" y="0"/>
                  </a:moveTo>
                  <a:lnTo>
                    <a:pt x="0" y="0"/>
                  </a:lnTo>
                  <a:lnTo>
                    <a:pt x="0" y="51718"/>
                  </a:lnTo>
                  <a:lnTo>
                    <a:pt x="764971" y="51718"/>
                  </a:lnTo>
                  <a:lnTo>
                    <a:pt x="764971" y="0"/>
                  </a:lnTo>
                  <a:close/>
                </a:path>
              </a:pathLst>
            </a:custGeom>
            <a:solidFill>
              <a:srgbClr val="765191"/>
            </a:solidFill>
          </p:spPr>
          <p:txBody>
            <a:bodyPr wrap="square" lIns="0" tIns="0" rIns="0" bIns="0" rtlCol="0"/>
            <a:lstStyle/>
            <a:p>
              <a:pPr defTabSz="914411">
                <a:defRPr/>
              </a:pPr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63523" y="6804659"/>
              <a:ext cx="763905" cy="52069"/>
            </a:xfrm>
            <a:custGeom>
              <a:avLst/>
              <a:gdLst/>
              <a:ahLst/>
              <a:cxnLst/>
              <a:rect l="l" t="t" r="r" b="b"/>
              <a:pathLst>
                <a:path w="763905" h="52070">
                  <a:moveTo>
                    <a:pt x="763447" y="0"/>
                  </a:moveTo>
                  <a:lnTo>
                    <a:pt x="0" y="0"/>
                  </a:lnTo>
                  <a:lnTo>
                    <a:pt x="0" y="51718"/>
                  </a:lnTo>
                  <a:lnTo>
                    <a:pt x="763447" y="51718"/>
                  </a:lnTo>
                  <a:lnTo>
                    <a:pt x="763447" y="0"/>
                  </a:lnTo>
                  <a:close/>
                </a:path>
              </a:pathLst>
            </a:custGeom>
            <a:solidFill>
              <a:srgbClr val="C07C4A"/>
            </a:solidFill>
          </p:spPr>
          <p:txBody>
            <a:bodyPr wrap="square" lIns="0" tIns="0" rIns="0" bIns="0" rtlCol="0"/>
            <a:lstStyle/>
            <a:p>
              <a:pPr defTabSz="914411">
                <a:defRPr/>
              </a:pPr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0" y="6804659"/>
              <a:ext cx="763905" cy="52069"/>
            </a:xfrm>
            <a:custGeom>
              <a:avLst/>
              <a:gdLst/>
              <a:ahLst/>
              <a:cxnLst/>
              <a:rect l="l" t="t" r="r" b="b"/>
              <a:pathLst>
                <a:path w="763905" h="52070">
                  <a:moveTo>
                    <a:pt x="763447" y="0"/>
                  </a:moveTo>
                  <a:lnTo>
                    <a:pt x="0" y="0"/>
                  </a:lnTo>
                  <a:lnTo>
                    <a:pt x="0" y="51718"/>
                  </a:lnTo>
                  <a:lnTo>
                    <a:pt x="763447" y="51718"/>
                  </a:lnTo>
                  <a:lnTo>
                    <a:pt x="763447" y="0"/>
                  </a:lnTo>
                  <a:close/>
                </a:path>
              </a:pathLst>
            </a:custGeom>
            <a:solidFill>
              <a:srgbClr val="51743C"/>
            </a:solidFill>
          </p:spPr>
          <p:txBody>
            <a:bodyPr wrap="square" lIns="0" tIns="0" rIns="0" bIns="0" rtlCol="0"/>
            <a:lstStyle/>
            <a:p>
              <a:pPr defTabSz="914411">
                <a:defRPr/>
              </a:pPr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6986024" y="5336526"/>
              <a:ext cx="591820" cy="19685"/>
            </a:xfrm>
            <a:custGeom>
              <a:avLst/>
              <a:gdLst/>
              <a:ahLst/>
              <a:cxnLst/>
              <a:rect l="l" t="t" r="r" b="b"/>
              <a:pathLst>
                <a:path w="591820" h="19685">
                  <a:moveTo>
                    <a:pt x="591248" y="0"/>
                  </a:moveTo>
                  <a:lnTo>
                    <a:pt x="0" y="0"/>
                  </a:lnTo>
                  <a:lnTo>
                    <a:pt x="0" y="19474"/>
                  </a:lnTo>
                  <a:lnTo>
                    <a:pt x="591248" y="19474"/>
                  </a:lnTo>
                  <a:lnTo>
                    <a:pt x="591248" y="0"/>
                  </a:lnTo>
                  <a:close/>
                </a:path>
              </a:pathLst>
            </a:custGeom>
            <a:solidFill>
              <a:srgbClr val="9FD305"/>
            </a:solidFill>
          </p:spPr>
          <p:txBody>
            <a:bodyPr wrap="square" lIns="0" tIns="0" rIns="0" bIns="0" rtlCol="0"/>
            <a:lstStyle/>
            <a:p>
              <a:pPr defTabSz="914411">
                <a:defRPr/>
              </a:pPr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6393188" y="5339708"/>
              <a:ext cx="593090" cy="19685"/>
            </a:xfrm>
            <a:custGeom>
              <a:avLst/>
              <a:gdLst/>
              <a:ahLst/>
              <a:cxnLst/>
              <a:rect l="l" t="t" r="r" b="b"/>
              <a:pathLst>
                <a:path w="593090" h="19685">
                  <a:moveTo>
                    <a:pt x="592759" y="0"/>
                  </a:moveTo>
                  <a:lnTo>
                    <a:pt x="0" y="0"/>
                  </a:lnTo>
                  <a:lnTo>
                    <a:pt x="0" y="19474"/>
                  </a:lnTo>
                  <a:lnTo>
                    <a:pt x="592759" y="19474"/>
                  </a:lnTo>
                  <a:lnTo>
                    <a:pt x="592759" y="0"/>
                  </a:lnTo>
                  <a:close/>
                </a:path>
              </a:pathLst>
            </a:custGeom>
            <a:solidFill>
              <a:srgbClr val="C35656"/>
            </a:solidFill>
          </p:spPr>
          <p:txBody>
            <a:bodyPr wrap="square" lIns="0" tIns="0" rIns="0" bIns="0" rtlCol="0"/>
            <a:lstStyle/>
            <a:p>
              <a:pPr defTabSz="914411">
                <a:defRPr/>
              </a:pPr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5801876" y="5339708"/>
              <a:ext cx="591820" cy="19685"/>
            </a:xfrm>
            <a:custGeom>
              <a:avLst/>
              <a:gdLst/>
              <a:ahLst/>
              <a:cxnLst/>
              <a:rect l="l" t="t" r="r" b="b"/>
              <a:pathLst>
                <a:path w="591820" h="19685">
                  <a:moveTo>
                    <a:pt x="591248" y="0"/>
                  </a:moveTo>
                  <a:lnTo>
                    <a:pt x="0" y="0"/>
                  </a:lnTo>
                  <a:lnTo>
                    <a:pt x="0" y="19474"/>
                  </a:lnTo>
                  <a:lnTo>
                    <a:pt x="591248" y="19474"/>
                  </a:lnTo>
                  <a:lnTo>
                    <a:pt x="591248" y="0"/>
                  </a:lnTo>
                  <a:close/>
                </a:path>
              </a:pathLst>
            </a:custGeom>
            <a:solidFill>
              <a:srgbClr val="E2B452"/>
            </a:solidFill>
          </p:spPr>
          <p:txBody>
            <a:bodyPr wrap="square" lIns="0" tIns="0" rIns="0" bIns="0" rtlCol="0"/>
            <a:lstStyle/>
            <a:p>
              <a:pPr defTabSz="914411">
                <a:defRPr/>
              </a:pPr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5209040" y="5339708"/>
              <a:ext cx="593090" cy="19685"/>
            </a:xfrm>
            <a:custGeom>
              <a:avLst/>
              <a:gdLst/>
              <a:ahLst/>
              <a:cxnLst/>
              <a:rect l="l" t="t" r="r" b="b"/>
              <a:pathLst>
                <a:path w="593089" h="19685">
                  <a:moveTo>
                    <a:pt x="592759" y="0"/>
                  </a:moveTo>
                  <a:lnTo>
                    <a:pt x="0" y="0"/>
                  </a:lnTo>
                  <a:lnTo>
                    <a:pt x="0" y="19474"/>
                  </a:lnTo>
                  <a:lnTo>
                    <a:pt x="592759" y="19474"/>
                  </a:lnTo>
                  <a:lnTo>
                    <a:pt x="592759" y="0"/>
                  </a:lnTo>
                  <a:close/>
                </a:path>
              </a:pathLst>
            </a:custGeom>
            <a:solidFill>
              <a:srgbClr val="785195"/>
            </a:solidFill>
          </p:spPr>
          <p:txBody>
            <a:bodyPr wrap="square" lIns="0" tIns="0" rIns="0" bIns="0" rtlCol="0"/>
            <a:lstStyle/>
            <a:p>
              <a:pPr defTabSz="914411">
                <a:defRPr/>
              </a:pPr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4617729" y="5336526"/>
              <a:ext cx="591820" cy="19685"/>
            </a:xfrm>
            <a:custGeom>
              <a:avLst/>
              <a:gdLst/>
              <a:ahLst/>
              <a:cxnLst/>
              <a:rect l="l" t="t" r="r" b="b"/>
              <a:pathLst>
                <a:path w="591820" h="19685">
                  <a:moveTo>
                    <a:pt x="591248" y="0"/>
                  </a:moveTo>
                  <a:lnTo>
                    <a:pt x="0" y="0"/>
                  </a:lnTo>
                  <a:lnTo>
                    <a:pt x="0" y="19474"/>
                  </a:lnTo>
                  <a:lnTo>
                    <a:pt x="591248" y="19474"/>
                  </a:lnTo>
                  <a:lnTo>
                    <a:pt x="591248" y="0"/>
                  </a:lnTo>
                  <a:close/>
                </a:path>
              </a:pathLst>
            </a:custGeom>
            <a:solidFill>
              <a:srgbClr val="C07C4A"/>
            </a:solidFill>
          </p:spPr>
          <p:txBody>
            <a:bodyPr wrap="square" lIns="0" tIns="0" rIns="0" bIns="0" rtlCol="0"/>
            <a:lstStyle/>
            <a:p>
              <a:pPr defTabSz="914411">
                <a:defRPr/>
              </a:pPr>
              <a:endParaRPr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58590" y="2617986"/>
              <a:ext cx="2087880" cy="2476500"/>
            </a:xfrm>
            <a:prstGeom prst="rect">
              <a:avLst/>
            </a:prstGeom>
          </p:spPr>
        </p:pic>
      </p:grpSp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xfrm>
            <a:off x="1" y="780654"/>
            <a:ext cx="12191998" cy="10783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2700" algn="ctr">
              <a:lnSpc>
                <a:spcPct val="119300"/>
              </a:lnSpc>
              <a:spcBef>
                <a:spcPts val="95"/>
              </a:spcBef>
            </a:pPr>
            <a:r>
              <a:rPr lang="es-ES" sz="4000" dirty="0">
                <a:solidFill>
                  <a:srgbClr val="40823C"/>
                </a:solidFill>
                <a:latin typeface="Trebuchet MS" panose="020B0603020202020204" pitchFamily="34" charset="0"/>
                <a:cs typeface="Arial"/>
              </a:rPr>
              <a:t>Análisis de información</a:t>
            </a:r>
            <a:br>
              <a:rPr lang="es-MX" sz="4000" dirty="0">
                <a:solidFill>
                  <a:srgbClr val="40823C"/>
                </a:solidFill>
                <a:latin typeface="Trebuchet MS" panose="020B0603020202020204" pitchFamily="34" charset="0"/>
                <a:cs typeface="Arial"/>
              </a:rPr>
            </a:br>
            <a:endParaRPr sz="2000" dirty="0">
              <a:latin typeface="Trebuchet MS" panose="020B0603020202020204" pitchFamily="34" charset="0"/>
              <a:cs typeface="Arial"/>
            </a:endParaRPr>
          </a:p>
        </p:txBody>
      </p:sp>
      <p:sp>
        <p:nvSpPr>
          <p:cNvPr id="46" name="object 45">
            <a:extLst>
              <a:ext uri="{FF2B5EF4-FFF2-40B4-BE49-F238E27FC236}">
                <a16:creationId xmlns:a16="http://schemas.microsoft.com/office/drawing/2014/main" id="{FDDD8011-C641-9F91-CFF2-AD7003601DE9}"/>
              </a:ext>
            </a:extLst>
          </p:cNvPr>
          <p:cNvSpPr txBox="1">
            <a:spLocks/>
          </p:cNvSpPr>
          <p:nvPr/>
        </p:nvSpPr>
        <p:spPr>
          <a:xfrm>
            <a:off x="0" y="6235776"/>
            <a:ext cx="12192000" cy="345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2400" b="1" i="0">
                <a:solidFill>
                  <a:srgbClr val="4BAC2D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marR="5080" indent="-12700" algn="ctr">
              <a:lnSpc>
                <a:spcPct val="119300"/>
              </a:lnSpc>
              <a:spcBef>
                <a:spcPts val="95"/>
              </a:spcBef>
            </a:pPr>
            <a:r>
              <a:rPr lang="es-MX" sz="2000" kern="0" dirty="0">
                <a:solidFill>
                  <a:schemeClr val="bg1">
                    <a:lumMod val="85000"/>
                  </a:schemeClr>
                </a:solidFill>
                <a:latin typeface="Trebuchet MS" panose="020B0603020202020204" pitchFamily="34" charset="0"/>
                <a:cs typeface="Arial"/>
              </a:rPr>
              <a:t>RESPETO – INTEGRIDAD – CORAJE – COLABORACIÓN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4C958E9-6233-FF9F-7781-AED4C433BF3E}"/>
              </a:ext>
            </a:extLst>
          </p:cNvPr>
          <p:cNvSpPr txBox="1"/>
          <p:nvPr/>
        </p:nvSpPr>
        <p:spPr>
          <a:xfrm>
            <a:off x="3048000" y="536878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kern="0" dirty="0">
                <a:solidFill>
                  <a:srgbClr val="40823C"/>
                </a:solidFill>
                <a:latin typeface="Trebuchet MS" panose="020B0603020202020204" pitchFamily="34" charset="0"/>
                <a:ea typeface="+mj-ea"/>
                <a:cs typeface="Arial"/>
              </a:rPr>
              <a:t>GERENCIA SECURITY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1516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:a16="http://schemas.microsoft.com/office/drawing/2014/main" id="{18B0FE65-1003-C586-60CD-A89B98C3BF98}"/>
              </a:ext>
            </a:extLst>
          </p:cNvPr>
          <p:cNvSpPr/>
          <p:nvPr/>
        </p:nvSpPr>
        <p:spPr>
          <a:xfrm>
            <a:off x="239268" y="178667"/>
            <a:ext cx="1104900" cy="307975"/>
          </a:xfrm>
          <a:custGeom>
            <a:avLst/>
            <a:gdLst/>
            <a:ahLst/>
            <a:cxnLst/>
            <a:rect l="l" t="t" r="r" b="b"/>
            <a:pathLst>
              <a:path w="1104900" h="307975">
                <a:moveTo>
                  <a:pt x="0" y="0"/>
                </a:moveTo>
                <a:lnTo>
                  <a:pt x="109169" y="72517"/>
                </a:lnTo>
                <a:lnTo>
                  <a:pt x="132638" y="83566"/>
                </a:lnTo>
                <a:lnTo>
                  <a:pt x="157784" y="87249"/>
                </a:lnTo>
                <a:lnTo>
                  <a:pt x="182918" y="83566"/>
                </a:lnTo>
                <a:lnTo>
                  <a:pt x="206400" y="72517"/>
                </a:lnTo>
                <a:lnTo>
                  <a:pt x="266903" y="32257"/>
                </a:lnTo>
                <a:lnTo>
                  <a:pt x="290385" y="21336"/>
                </a:lnTo>
                <a:lnTo>
                  <a:pt x="315518" y="17652"/>
                </a:lnTo>
                <a:lnTo>
                  <a:pt x="340652" y="21336"/>
                </a:lnTo>
                <a:lnTo>
                  <a:pt x="364121" y="32257"/>
                </a:lnTo>
                <a:lnTo>
                  <a:pt x="424713" y="72517"/>
                </a:lnTo>
                <a:lnTo>
                  <a:pt x="448183" y="83566"/>
                </a:lnTo>
                <a:lnTo>
                  <a:pt x="473316" y="87249"/>
                </a:lnTo>
                <a:lnTo>
                  <a:pt x="498449" y="83566"/>
                </a:lnTo>
                <a:lnTo>
                  <a:pt x="521919" y="72517"/>
                </a:lnTo>
                <a:lnTo>
                  <a:pt x="582523" y="32257"/>
                </a:lnTo>
                <a:lnTo>
                  <a:pt x="606005" y="21336"/>
                </a:lnTo>
                <a:lnTo>
                  <a:pt x="631139" y="17652"/>
                </a:lnTo>
                <a:lnTo>
                  <a:pt x="656272" y="21336"/>
                </a:lnTo>
                <a:lnTo>
                  <a:pt x="679729" y="32257"/>
                </a:lnTo>
                <a:lnTo>
                  <a:pt x="740333" y="72517"/>
                </a:lnTo>
                <a:lnTo>
                  <a:pt x="763790" y="83566"/>
                </a:lnTo>
                <a:lnTo>
                  <a:pt x="788923" y="87249"/>
                </a:lnTo>
                <a:lnTo>
                  <a:pt x="814044" y="83566"/>
                </a:lnTo>
                <a:lnTo>
                  <a:pt x="837514" y="72517"/>
                </a:lnTo>
                <a:lnTo>
                  <a:pt x="898245" y="32257"/>
                </a:lnTo>
                <a:lnTo>
                  <a:pt x="921702" y="21208"/>
                </a:lnTo>
                <a:lnTo>
                  <a:pt x="946823" y="17652"/>
                </a:lnTo>
                <a:lnTo>
                  <a:pt x="971943" y="21208"/>
                </a:lnTo>
                <a:lnTo>
                  <a:pt x="995413" y="32257"/>
                </a:lnTo>
                <a:lnTo>
                  <a:pt x="1104773" y="104775"/>
                </a:lnTo>
              </a:path>
              <a:path w="1104900" h="307975">
                <a:moveTo>
                  <a:pt x="0" y="202692"/>
                </a:moveTo>
                <a:lnTo>
                  <a:pt x="109169" y="275209"/>
                </a:lnTo>
                <a:lnTo>
                  <a:pt x="132638" y="286258"/>
                </a:lnTo>
                <a:lnTo>
                  <a:pt x="157784" y="289940"/>
                </a:lnTo>
                <a:lnTo>
                  <a:pt x="182918" y="286258"/>
                </a:lnTo>
                <a:lnTo>
                  <a:pt x="206400" y="275209"/>
                </a:lnTo>
                <a:lnTo>
                  <a:pt x="266903" y="234950"/>
                </a:lnTo>
                <a:lnTo>
                  <a:pt x="290385" y="224027"/>
                </a:lnTo>
                <a:lnTo>
                  <a:pt x="315518" y="220345"/>
                </a:lnTo>
                <a:lnTo>
                  <a:pt x="340652" y="224027"/>
                </a:lnTo>
                <a:lnTo>
                  <a:pt x="364121" y="234950"/>
                </a:lnTo>
                <a:lnTo>
                  <a:pt x="424713" y="275209"/>
                </a:lnTo>
                <a:lnTo>
                  <a:pt x="448183" y="286258"/>
                </a:lnTo>
                <a:lnTo>
                  <a:pt x="473316" y="289940"/>
                </a:lnTo>
                <a:lnTo>
                  <a:pt x="498449" y="286258"/>
                </a:lnTo>
                <a:lnTo>
                  <a:pt x="521919" y="275209"/>
                </a:lnTo>
                <a:lnTo>
                  <a:pt x="582523" y="234950"/>
                </a:lnTo>
                <a:lnTo>
                  <a:pt x="606005" y="224027"/>
                </a:lnTo>
                <a:lnTo>
                  <a:pt x="631139" y="220345"/>
                </a:lnTo>
                <a:lnTo>
                  <a:pt x="656272" y="224027"/>
                </a:lnTo>
                <a:lnTo>
                  <a:pt x="679729" y="234950"/>
                </a:lnTo>
                <a:lnTo>
                  <a:pt x="740333" y="275209"/>
                </a:lnTo>
                <a:lnTo>
                  <a:pt x="763790" y="286258"/>
                </a:lnTo>
                <a:lnTo>
                  <a:pt x="788923" y="289940"/>
                </a:lnTo>
                <a:lnTo>
                  <a:pt x="814044" y="286258"/>
                </a:lnTo>
                <a:lnTo>
                  <a:pt x="837514" y="275209"/>
                </a:lnTo>
                <a:lnTo>
                  <a:pt x="898245" y="234950"/>
                </a:lnTo>
                <a:lnTo>
                  <a:pt x="921702" y="223900"/>
                </a:lnTo>
                <a:lnTo>
                  <a:pt x="946823" y="220345"/>
                </a:lnTo>
                <a:lnTo>
                  <a:pt x="971943" y="223900"/>
                </a:lnTo>
                <a:lnTo>
                  <a:pt x="995413" y="234950"/>
                </a:lnTo>
                <a:lnTo>
                  <a:pt x="1104773" y="307467"/>
                </a:lnTo>
              </a:path>
            </a:pathLst>
          </a:custGeom>
          <a:ln w="55325">
            <a:solidFill>
              <a:srgbClr val="F0CA39"/>
            </a:solidFill>
          </a:ln>
        </p:spPr>
        <p:txBody>
          <a:bodyPr wrap="square" lIns="0" tIns="0" rIns="0" bIns="0" rtlCol="0"/>
          <a:lstStyle/>
          <a:p>
            <a:pPr defTabSz="914411">
              <a:defRPr/>
            </a:pPr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30B63AF3-5B49-BC08-95E5-A6DE358761C5}"/>
              </a:ext>
            </a:extLst>
          </p:cNvPr>
          <p:cNvSpPr txBox="1">
            <a:spLocks/>
          </p:cNvSpPr>
          <p:nvPr/>
        </p:nvSpPr>
        <p:spPr>
          <a:xfrm>
            <a:off x="1526876" y="110524"/>
            <a:ext cx="9138248" cy="313752"/>
          </a:xfrm>
          <a:prstGeom prst="rect">
            <a:avLst/>
          </a:prstGeom>
        </p:spPr>
        <p:txBody>
          <a:bodyPr vert="horz" wrap="square" lIns="0" tIns="66878" rIns="0" bIns="0" rtlCol="0">
            <a:spAutoFit/>
          </a:bodyPr>
          <a:lstStyle>
            <a:lvl1pPr>
              <a:defRPr sz="2400" b="1" i="0">
                <a:solidFill>
                  <a:srgbClr val="4BAC2D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s-419" sz="1600" b="1" dirty="0">
                <a:solidFill>
                  <a:srgbClr val="0F2240"/>
                </a:solidFill>
                <a:latin typeface="Arial"/>
              </a:rPr>
              <a:t>NOMBRE COMPLETO </a:t>
            </a:r>
            <a:r>
              <a:rPr sz="1600" b="1" dirty="0">
                <a:solidFill>
                  <a:srgbClr val="0F2240"/>
                </a:solidFill>
                <a:latin typeface="Arial"/>
              </a:rPr>
              <a:t>- </a:t>
            </a:r>
            <a:r>
              <a:rPr lang="es-419" sz="1600" b="1" dirty="0">
                <a:solidFill>
                  <a:srgbClr val="0F2240"/>
                </a:solidFill>
                <a:latin typeface="Arial"/>
              </a:rPr>
              <a:t>EDAD</a:t>
            </a:r>
            <a:r>
              <a:rPr sz="1600" b="1" dirty="0">
                <a:solidFill>
                  <a:srgbClr val="0F2240"/>
                </a:solidFill>
                <a:latin typeface="Arial"/>
              </a:rPr>
              <a:t>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CA7CB3E-D929-68C7-2A1C-9D17277D89D3}"/>
              </a:ext>
            </a:extLst>
          </p:cNvPr>
          <p:cNvSpPr txBox="1"/>
          <p:nvPr/>
        </p:nvSpPr>
        <p:spPr>
          <a:xfrm>
            <a:off x="2184908" y="1112236"/>
            <a:ext cx="2668712" cy="925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 dirty="0">
                <a:solidFill>
                  <a:srgbClr val="232323"/>
                </a:solidFill>
                <a:latin typeface="Arial"/>
              </a:rPr>
              <a:t>RUT: 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 dirty="0" err="1">
                <a:solidFill>
                  <a:srgbClr val="232323"/>
                </a:solidFill>
                <a:latin typeface="Arial"/>
              </a:rPr>
              <a:t>Profesión</a:t>
            </a:r>
            <a:r>
              <a:rPr sz="950" b="0" dirty="0">
                <a:solidFill>
                  <a:srgbClr val="232323"/>
                </a:solidFill>
                <a:latin typeface="Arial"/>
              </a:rPr>
              <a:t>: 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 dirty="0" err="1">
                <a:solidFill>
                  <a:srgbClr val="232323"/>
                </a:solidFill>
                <a:latin typeface="Arial"/>
              </a:rPr>
              <a:t>Teléfonos</a:t>
            </a:r>
            <a:r>
              <a:rPr sz="950" b="0" dirty="0">
                <a:solidFill>
                  <a:srgbClr val="232323"/>
                </a:solidFill>
                <a:latin typeface="Arial"/>
              </a:rPr>
              <a:t>: 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 dirty="0" err="1">
                <a:solidFill>
                  <a:srgbClr val="232323"/>
                </a:solidFill>
                <a:latin typeface="Arial"/>
              </a:rPr>
              <a:t>Dirección</a:t>
            </a:r>
            <a:r>
              <a:rPr sz="950" b="0" dirty="0">
                <a:solidFill>
                  <a:srgbClr val="232323"/>
                </a:solidFill>
                <a:latin typeface="Arial"/>
              </a:rPr>
              <a:t>: 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 dirty="0">
                <a:solidFill>
                  <a:srgbClr val="232323"/>
                </a:solidFill>
                <a:latin typeface="Arial"/>
              </a:rPr>
              <a:t>Correo: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A560BA8-8BFD-CD0D-EE13-6B5020B526D0}"/>
              </a:ext>
            </a:extLst>
          </p:cNvPr>
          <p:cNvSpPr txBox="1"/>
          <p:nvPr/>
        </p:nvSpPr>
        <p:spPr>
          <a:xfrm>
            <a:off x="2051600" y="2192264"/>
            <a:ext cx="3251338" cy="925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 dirty="0">
                <a:latin typeface="Arial"/>
              </a:rPr>
              <a:t>Padre: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 dirty="0">
                <a:latin typeface="Arial"/>
              </a:rPr>
              <a:t>Madre: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 dirty="0">
                <a:latin typeface="Arial"/>
              </a:rPr>
              <a:t>Hijos: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s-419" sz="950" b="0" dirty="0">
                <a:latin typeface="Arial"/>
              </a:rPr>
              <a:t>Hermanos: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s-CL" sz="950" b="0" dirty="0">
                <a:latin typeface="Arial"/>
              </a:rPr>
              <a:t>Ni</a:t>
            </a:r>
            <a:r>
              <a:rPr sz="950" b="0" dirty="0" err="1">
                <a:latin typeface="Arial"/>
              </a:rPr>
              <a:t>etos</a:t>
            </a:r>
            <a:r>
              <a:rPr sz="950" b="0" dirty="0">
                <a:latin typeface="Arial"/>
              </a:rPr>
              <a:t>:</a:t>
            </a:r>
          </a:p>
        </p:txBody>
      </p:sp>
      <p:grpSp>
        <p:nvGrpSpPr>
          <p:cNvPr id="16" name="Google Shape;9768;p65">
            <a:extLst>
              <a:ext uri="{FF2B5EF4-FFF2-40B4-BE49-F238E27FC236}">
                <a16:creationId xmlns:a16="http://schemas.microsoft.com/office/drawing/2014/main" id="{2B075DFA-32A5-6B6F-6458-E58E0B076A13}"/>
              </a:ext>
            </a:extLst>
          </p:cNvPr>
          <p:cNvGrpSpPr/>
          <p:nvPr/>
        </p:nvGrpSpPr>
        <p:grpSpPr>
          <a:xfrm>
            <a:off x="2820675" y="5139012"/>
            <a:ext cx="340168" cy="281480"/>
            <a:chOff x="1487200" y="4421025"/>
            <a:chExt cx="483125" cy="439750"/>
          </a:xfrm>
          <a:solidFill>
            <a:schemeClr val="accent3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Google Shape;9769;p65">
              <a:extLst>
                <a:ext uri="{FF2B5EF4-FFF2-40B4-BE49-F238E27FC236}">
                  <a16:creationId xmlns:a16="http://schemas.microsoft.com/office/drawing/2014/main" id="{4C7D9CC1-D7FE-0350-FC7C-AAF671A79F9F}"/>
                </a:ext>
              </a:extLst>
            </p:cNvPr>
            <p:cNvSpPr/>
            <p:nvPr/>
          </p:nvSpPr>
          <p:spPr>
            <a:xfrm>
              <a:off x="1487200" y="4421025"/>
              <a:ext cx="483125" cy="439750"/>
            </a:xfrm>
            <a:custGeom>
              <a:avLst/>
              <a:gdLst/>
              <a:ahLst/>
              <a:cxnLst/>
              <a:rect l="l" t="t" r="r" b="b"/>
              <a:pathLst>
                <a:path w="19325" h="17590" extrusionOk="0">
                  <a:moveTo>
                    <a:pt x="12818" y="1130"/>
                  </a:moveTo>
                  <a:cubicBezTo>
                    <a:pt x="14361" y="1130"/>
                    <a:pt x="15671" y="2389"/>
                    <a:pt x="15867" y="4059"/>
                  </a:cubicBezTo>
                  <a:cubicBezTo>
                    <a:pt x="15867" y="4077"/>
                    <a:pt x="15870" y="4095"/>
                    <a:pt x="15873" y="4110"/>
                  </a:cubicBezTo>
                  <a:lnTo>
                    <a:pt x="16242" y="5871"/>
                  </a:lnTo>
                  <a:lnTo>
                    <a:pt x="9406" y="5871"/>
                  </a:lnTo>
                  <a:lnTo>
                    <a:pt x="11707" y="4110"/>
                  </a:lnTo>
                  <a:cubicBezTo>
                    <a:pt x="11957" y="3920"/>
                    <a:pt x="12008" y="3561"/>
                    <a:pt x="11815" y="3310"/>
                  </a:cubicBezTo>
                  <a:cubicBezTo>
                    <a:pt x="11703" y="3166"/>
                    <a:pt x="11534" y="3091"/>
                    <a:pt x="11364" y="3091"/>
                  </a:cubicBezTo>
                  <a:cubicBezTo>
                    <a:pt x="11242" y="3091"/>
                    <a:pt x="11119" y="3130"/>
                    <a:pt x="11015" y="3211"/>
                  </a:cubicBezTo>
                  <a:lnTo>
                    <a:pt x="7618" y="5816"/>
                  </a:lnTo>
                  <a:cubicBezTo>
                    <a:pt x="7597" y="5835"/>
                    <a:pt x="7576" y="5853"/>
                    <a:pt x="7558" y="5871"/>
                  </a:cubicBezTo>
                  <a:lnTo>
                    <a:pt x="3083" y="5871"/>
                  </a:lnTo>
                  <a:lnTo>
                    <a:pt x="3451" y="4110"/>
                  </a:lnTo>
                  <a:cubicBezTo>
                    <a:pt x="3454" y="4095"/>
                    <a:pt x="3457" y="4077"/>
                    <a:pt x="3460" y="4059"/>
                  </a:cubicBezTo>
                  <a:cubicBezTo>
                    <a:pt x="3654" y="2389"/>
                    <a:pt x="4964" y="1130"/>
                    <a:pt x="6507" y="1130"/>
                  </a:cubicBezTo>
                  <a:close/>
                  <a:moveTo>
                    <a:pt x="16939" y="7021"/>
                  </a:moveTo>
                  <a:cubicBezTo>
                    <a:pt x="17631" y="7021"/>
                    <a:pt x="18192" y="7580"/>
                    <a:pt x="18192" y="8274"/>
                  </a:cubicBezTo>
                  <a:lnTo>
                    <a:pt x="18192" y="11913"/>
                  </a:lnTo>
                  <a:cubicBezTo>
                    <a:pt x="18192" y="12604"/>
                    <a:pt x="17631" y="13163"/>
                    <a:pt x="16939" y="13166"/>
                  </a:cubicBezTo>
                  <a:lnTo>
                    <a:pt x="2385" y="13166"/>
                  </a:lnTo>
                  <a:cubicBezTo>
                    <a:pt x="1694" y="13163"/>
                    <a:pt x="1132" y="12604"/>
                    <a:pt x="1132" y="11913"/>
                  </a:cubicBezTo>
                  <a:lnTo>
                    <a:pt x="1132" y="8274"/>
                  </a:lnTo>
                  <a:cubicBezTo>
                    <a:pt x="1132" y="7580"/>
                    <a:pt x="1694" y="7021"/>
                    <a:pt x="2385" y="7021"/>
                  </a:cubicBezTo>
                  <a:close/>
                  <a:moveTo>
                    <a:pt x="5813" y="14304"/>
                  </a:moveTo>
                  <a:lnTo>
                    <a:pt x="5813" y="15889"/>
                  </a:lnTo>
                  <a:cubicBezTo>
                    <a:pt x="5813" y="16203"/>
                    <a:pt x="5559" y="16457"/>
                    <a:pt x="5248" y="16457"/>
                  </a:cubicBezTo>
                  <a:lnTo>
                    <a:pt x="3874" y="16457"/>
                  </a:lnTo>
                  <a:cubicBezTo>
                    <a:pt x="3560" y="16457"/>
                    <a:pt x="3306" y="16203"/>
                    <a:pt x="3306" y="15889"/>
                  </a:cubicBezTo>
                  <a:lnTo>
                    <a:pt x="3306" y="14304"/>
                  </a:lnTo>
                  <a:close/>
                  <a:moveTo>
                    <a:pt x="16018" y="14304"/>
                  </a:moveTo>
                  <a:lnTo>
                    <a:pt x="16018" y="15889"/>
                  </a:lnTo>
                  <a:cubicBezTo>
                    <a:pt x="16018" y="16203"/>
                    <a:pt x="15765" y="16457"/>
                    <a:pt x="15454" y="16457"/>
                  </a:cubicBezTo>
                  <a:lnTo>
                    <a:pt x="14080" y="16457"/>
                  </a:lnTo>
                  <a:cubicBezTo>
                    <a:pt x="13766" y="16457"/>
                    <a:pt x="13512" y="16203"/>
                    <a:pt x="13512" y="15889"/>
                  </a:cubicBezTo>
                  <a:lnTo>
                    <a:pt x="13512" y="14304"/>
                  </a:lnTo>
                  <a:close/>
                  <a:moveTo>
                    <a:pt x="6507" y="1"/>
                  </a:moveTo>
                  <a:cubicBezTo>
                    <a:pt x="4396" y="1"/>
                    <a:pt x="2609" y="1677"/>
                    <a:pt x="2337" y="3902"/>
                  </a:cubicBezTo>
                  <a:lnTo>
                    <a:pt x="1911" y="5934"/>
                  </a:lnTo>
                  <a:cubicBezTo>
                    <a:pt x="800" y="6161"/>
                    <a:pt x="0" y="7139"/>
                    <a:pt x="0" y="8274"/>
                  </a:cubicBezTo>
                  <a:lnTo>
                    <a:pt x="0" y="11910"/>
                  </a:lnTo>
                  <a:cubicBezTo>
                    <a:pt x="3" y="13145"/>
                    <a:pt x="945" y="14177"/>
                    <a:pt x="2174" y="14286"/>
                  </a:cubicBezTo>
                  <a:lnTo>
                    <a:pt x="2174" y="15889"/>
                  </a:lnTo>
                  <a:cubicBezTo>
                    <a:pt x="2174" y="16828"/>
                    <a:pt x="2935" y="17586"/>
                    <a:pt x="3874" y="17589"/>
                  </a:cubicBezTo>
                  <a:lnTo>
                    <a:pt x="5248" y="17589"/>
                  </a:lnTo>
                  <a:cubicBezTo>
                    <a:pt x="6184" y="17586"/>
                    <a:pt x="6945" y="16828"/>
                    <a:pt x="6945" y="15889"/>
                  </a:cubicBezTo>
                  <a:lnTo>
                    <a:pt x="6945" y="14298"/>
                  </a:lnTo>
                  <a:lnTo>
                    <a:pt x="12380" y="14298"/>
                  </a:lnTo>
                  <a:lnTo>
                    <a:pt x="12380" y="15889"/>
                  </a:lnTo>
                  <a:cubicBezTo>
                    <a:pt x="12380" y="16828"/>
                    <a:pt x="13141" y="17586"/>
                    <a:pt x="14080" y="17589"/>
                  </a:cubicBezTo>
                  <a:lnTo>
                    <a:pt x="15454" y="17589"/>
                  </a:lnTo>
                  <a:cubicBezTo>
                    <a:pt x="16390" y="17586"/>
                    <a:pt x="17151" y="16828"/>
                    <a:pt x="17151" y="15889"/>
                  </a:cubicBezTo>
                  <a:lnTo>
                    <a:pt x="17151" y="14286"/>
                  </a:lnTo>
                  <a:cubicBezTo>
                    <a:pt x="18380" y="14177"/>
                    <a:pt x="19322" y="13145"/>
                    <a:pt x="19325" y="11913"/>
                  </a:cubicBezTo>
                  <a:lnTo>
                    <a:pt x="19325" y="8274"/>
                  </a:lnTo>
                  <a:cubicBezTo>
                    <a:pt x="19325" y="7139"/>
                    <a:pt x="18524" y="6161"/>
                    <a:pt x="17413" y="5934"/>
                  </a:cubicBezTo>
                  <a:lnTo>
                    <a:pt x="16988" y="3902"/>
                  </a:lnTo>
                  <a:cubicBezTo>
                    <a:pt x="16716" y="1677"/>
                    <a:pt x="14928" y="1"/>
                    <a:pt x="128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" name="Google Shape;9770;p65">
              <a:extLst>
                <a:ext uri="{FF2B5EF4-FFF2-40B4-BE49-F238E27FC236}">
                  <a16:creationId xmlns:a16="http://schemas.microsoft.com/office/drawing/2014/main" id="{39EE66F5-F2ED-1FED-0CCE-3E6D7CCF5309}"/>
                </a:ext>
              </a:extLst>
            </p:cNvPr>
            <p:cNvSpPr/>
            <p:nvPr/>
          </p:nvSpPr>
          <p:spPr>
            <a:xfrm>
              <a:off x="1544950" y="4622200"/>
              <a:ext cx="103950" cy="100025"/>
            </a:xfrm>
            <a:custGeom>
              <a:avLst/>
              <a:gdLst/>
              <a:ahLst/>
              <a:cxnLst/>
              <a:rect l="l" t="t" r="r" b="b"/>
              <a:pathLst>
                <a:path w="4158" h="4001" extrusionOk="0">
                  <a:moveTo>
                    <a:pt x="2152" y="1131"/>
                  </a:moveTo>
                  <a:cubicBezTo>
                    <a:pt x="2599" y="1131"/>
                    <a:pt x="3025" y="1477"/>
                    <a:pt x="3025" y="2000"/>
                  </a:cubicBezTo>
                  <a:cubicBezTo>
                    <a:pt x="3025" y="2480"/>
                    <a:pt x="2639" y="2869"/>
                    <a:pt x="2159" y="2869"/>
                  </a:cubicBezTo>
                  <a:cubicBezTo>
                    <a:pt x="1386" y="2869"/>
                    <a:pt x="996" y="1933"/>
                    <a:pt x="1543" y="1387"/>
                  </a:cubicBezTo>
                  <a:cubicBezTo>
                    <a:pt x="1721" y="1210"/>
                    <a:pt x="1939" y="1131"/>
                    <a:pt x="2152" y="1131"/>
                  </a:cubicBezTo>
                  <a:close/>
                  <a:moveTo>
                    <a:pt x="2159" y="1"/>
                  </a:moveTo>
                  <a:cubicBezTo>
                    <a:pt x="1350" y="1"/>
                    <a:pt x="619" y="487"/>
                    <a:pt x="311" y="1233"/>
                  </a:cubicBezTo>
                  <a:cubicBezTo>
                    <a:pt x="0" y="1982"/>
                    <a:pt x="172" y="2842"/>
                    <a:pt x="743" y="3413"/>
                  </a:cubicBezTo>
                  <a:cubicBezTo>
                    <a:pt x="1127" y="3796"/>
                    <a:pt x="1639" y="4001"/>
                    <a:pt x="2159" y="4001"/>
                  </a:cubicBezTo>
                  <a:cubicBezTo>
                    <a:pt x="2416" y="4001"/>
                    <a:pt x="2676" y="3951"/>
                    <a:pt x="2923" y="3848"/>
                  </a:cubicBezTo>
                  <a:cubicBezTo>
                    <a:pt x="3672" y="3540"/>
                    <a:pt x="4158" y="2809"/>
                    <a:pt x="4158" y="2000"/>
                  </a:cubicBezTo>
                  <a:cubicBezTo>
                    <a:pt x="4158" y="895"/>
                    <a:pt x="3261" y="1"/>
                    <a:pt x="2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" name="Google Shape;9771;p65">
              <a:extLst>
                <a:ext uri="{FF2B5EF4-FFF2-40B4-BE49-F238E27FC236}">
                  <a16:creationId xmlns:a16="http://schemas.microsoft.com/office/drawing/2014/main" id="{37A9840E-2993-14E4-24B6-349222F31B0F}"/>
                </a:ext>
              </a:extLst>
            </p:cNvPr>
            <p:cNvSpPr/>
            <p:nvPr/>
          </p:nvSpPr>
          <p:spPr>
            <a:xfrm>
              <a:off x="1804675" y="4622200"/>
              <a:ext cx="103975" cy="100025"/>
            </a:xfrm>
            <a:custGeom>
              <a:avLst/>
              <a:gdLst/>
              <a:ahLst/>
              <a:cxnLst/>
              <a:rect l="l" t="t" r="r" b="b"/>
              <a:pathLst>
                <a:path w="4159" h="4001" extrusionOk="0">
                  <a:moveTo>
                    <a:pt x="2152" y="1131"/>
                  </a:moveTo>
                  <a:cubicBezTo>
                    <a:pt x="2598" y="1131"/>
                    <a:pt x="3026" y="1477"/>
                    <a:pt x="3026" y="2000"/>
                  </a:cubicBezTo>
                  <a:cubicBezTo>
                    <a:pt x="3026" y="2480"/>
                    <a:pt x="2637" y="2869"/>
                    <a:pt x="2157" y="2869"/>
                  </a:cubicBezTo>
                  <a:cubicBezTo>
                    <a:pt x="1384" y="2869"/>
                    <a:pt x="997" y="1933"/>
                    <a:pt x="1544" y="1387"/>
                  </a:cubicBezTo>
                  <a:cubicBezTo>
                    <a:pt x="1721" y="1210"/>
                    <a:pt x="1938" y="1131"/>
                    <a:pt x="2152" y="1131"/>
                  </a:cubicBezTo>
                  <a:close/>
                  <a:moveTo>
                    <a:pt x="2157" y="1"/>
                  </a:moveTo>
                  <a:cubicBezTo>
                    <a:pt x="1348" y="1"/>
                    <a:pt x="620" y="487"/>
                    <a:pt x="309" y="1233"/>
                  </a:cubicBezTo>
                  <a:cubicBezTo>
                    <a:pt x="1" y="1982"/>
                    <a:pt x="170" y="2842"/>
                    <a:pt x="744" y="3413"/>
                  </a:cubicBezTo>
                  <a:cubicBezTo>
                    <a:pt x="1125" y="3796"/>
                    <a:pt x="1637" y="4001"/>
                    <a:pt x="2158" y="4001"/>
                  </a:cubicBezTo>
                  <a:cubicBezTo>
                    <a:pt x="2416" y="4001"/>
                    <a:pt x="2676" y="3951"/>
                    <a:pt x="2924" y="3848"/>
                  </a:cubicBezTo>
                  <a:cubicBezTo>
                    <a:pt x="3670" y="3540"/>
                    <a:pt x="4159" y="2809"/>
                    <a:pt x="4159" y="2000"/>
                  </a:cubicBezTo>
                  <a:cubicBezTo>
                    <a:pt x="4156" y="895"/>
                    <a:pt x="3262" y="1"/>
                    <a:pt x="21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9772;p65">
              <a:extLst>
                <a:ext uri="{FF2B5EF4-FFF2-40B4-BE49-F238E27FC236}">
                  <a16:creationId xmlns:a16="http://schemas.microsoft.com/office/drawing/2014/main" id="{84DC5BB5-E894-58EC-6A14-B8FBB02000F2}"/>
                </a:ext>
              </a:extLst>
            </p:cNvPr>
            <p:cNvSpPr/>
            <p:nvPr/>
          </p:nvSpPr>
          <p:spPr>
            <a:xfrm>
              <a:off x="1667450" y="4661825"/>
              <a:ext cx="119825" cy="28350"/>
            </a:xfrm>
            <a:custGeom>
              <a:avLst/>
              <a:gdLst/>
              <a:ahLst/>
              <a:cxnLst/>
              <a:rect l="l" t="t" r="r" b="b"/>
              <a:pathLst>
                <a:path w="4793" h="1134" extrusionOk="0">
                  <a:moveTo>
                    <a:pt x="565" y="1"/>
                  </a:moveTo>
                  <a:cubicBezTo>
                    <a:pt x="251" y="1"/>
                    <a:pt x="1" y="252"/>
                    <a:pt x="1" y="566"/>
                  </a:cubicBezTo>
                  <a:cubicBezTo>
                    <a:pt x="1" y="880"/>
                    <a:pt x="251" y="1133"/>
                    <a:pt x="565" y="1133"/>
                  </a:cubicBezTo>
                  <a:lnTo>
                    <a:pt x="4228" y="1133"/>
                  </a:lnTo>
                  <a:cubicBezTo>
                    <a:pt x="4539" y="1133"/>
                    <a:pt x="4792" y="880"/>
                    <a:pt x="4792" y="566"/>
                  </a:cubicBezTo>
                  <a:cubicBezTo>
                    <a:pt x="4792" y="252"/>
                    <a:pt x="4539" y="1"/>
                    <a:pt x="4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1" name="Google Shape;9629;p65">
            <a:extLst>
              <a:ext uri="{FF2B5EF4-FFF2-40B4-BE49-F238E27FC236}">
                <a16:creationId xmlns:a16="http://schemas.microsoft.com/office/drawing/2014/main" id="{4CA711B7-7828-69B7-C667-074719F6DA03}"/>
              </a:ext>
            </a:extLst>
          </p:cNvPr>
          <p:cNvGrpSpPr/>
          <p:nvPr/>
        </p:nvGrpSpPr>
        <p:grpSpPr>
          <a:xfrm>
            <a:off x="2818448" y="4418842"/>
            <a:ext cx="344622" cy="309276"/>
            <a:chOff x="6238300" y="1426975"/>
            <a:chExt cx="489450" cy="483175"/>
          </a:xfrm>
          <a:solidFill>
            <a:schemeClr val="accent3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2" name="Google Shape;9630;p65">
              <a:extLst>
                <a:ext uri="{FF2B5EF4-FFF2-40B4-BE49-F238E27FC236}">
                  <a16:creationId xmlns:a16="http://schemas.microsoft.com/office/drawing/2014/main" id="{F34A9BF2-9752-0AEF-A7C8-12F236A27C96}"/>
                </a:ext>
              </a:extLst>
            </p:cNvPr>
            <p:cNvSpPr/>
            <p:nvPr/>
          </p:nvSpPr>
          <p:spPr>
            <a:xfrm>
              <a:off x="6238300" y="1426975"/>
              <a:ext cx="489450" cy="483175"/>
            </a:xfrm>
            <a:custGeom>
              <a:avLst/>
              <a:gdLst/>
              <a:ahLst/>
              <a:cxnLst/>
              <a:rect l="l" t="t" r="r" b="b"/>
              <a:pathLst>
                <a:path w="19578" h="19327" extrusionOk="0">
                  <a:moveTo>
                    <a:pt x="16109" y="2267"/>
                  </a:moveTo>
                  <a:lnTo>
                    <a:pt x="16109" y="4803"/>
                  </a:lnTo>
                  <a:lnTo>
                    <a:pt x="14977" y="3831"/>
                  </a:lnTo>
                  <a:lnTo>
                    <a:pt x="14977" y="2267"/>
                  </a:lnTo>
                  <a:close/>
                  <a:moveTo>
                    <a:pt x="9880" y="1135"/>
                  </a:moveTo>
                  <a:cubicBezTo>
                    <a:pt x="10011" y="1135"/>
                    <a:pt x="10142" y="1181"/>
                    <a:pt x="10248" y="1274"/>
                  </a:cubicBezTo>
                  <a:lnTo>
                    <a:pt x="18174" y="8067"/>
                  </a:lnTo>
                  <a:cubicBezTo>
                    <a:pt x="18413" y="8270"/>
                    <a:pt x="18440" y="8626"/>
                    <a:pt x="18238" y="8864"/>
                  </a:cubicBezTo>
                  <a:lnTo>
                    <a:pt x="18238" y="8861"/>
                  </a:lnTo>
                  <a:cubicBezTo>
                    <a:pt x="18129" y="8988"/>
                    <a:pt x="17972" y="9061"/>
                    <a:pt x="17809" y="9061"/>
                  </a:cubicBezTo>
                  <a:cubicBezTo>
                    <a:pt x="17673" y="9061"/>
                    <a:pt x="17540" y="9012"/>
                    <a:pt x="17440" y="8925"/>
                  </a:cubicBezTo>
                  <a:lnTo>
                    <a:pt x="10251" y="2762"/>
                  </a:lnTo>
                  <a:cubicBezTo>
                    <a:pt x="10145" y="2672"/>
                    <a:pt x="10014" y="2626"/>
                    <a:pt x="9883" y="2626"/>
                  </a:cubicBezTo>
                  <a:cubicBezTo>
                    <a:pt x="9751" y="2626"/>
                    <a:pt x="9620" y="2672"/>
                    <a:pt x="9514" y="2762"/>
                  </a:cubicBezTo>
                  <a:lnTo>
                    <a:pt x="2687" y="8553"/>
                  </a:lnTo>
                  <a:cubicBezTo>
                    <a:pt x="2657" y="8575"/>
                    <a:pt x="2633" y="8596"/>
                    <a:pt x="2609" y="8623"/>
                  </a:cubicBezTo>
                  <a:lnTo>
                    <a:pt x="2250" y="8925"/>
                  </a:lnTo>
                  <a:cubicBezTo>
                    <a:pt x="2142" y="9016"/>
                    <a:pt x="2012" y="9060"/>
                    <a:pt x="1882" y="9060"/>
                  </a:cubicBezTo>
                  <a:cubicBezTo>
                    <a:pt x="1723" y="9060"/>
                    <a:pt x="1565" y="8994"/>
                    <a:pt x="1452" y="8864"/>
                  </a:cubicBezTo>
                  <a:cubicBezTo>
                    <a:pt x="1250" y="8629"/>
                    <a:pt x="1274" y="8273"/>
                    <a:pt x="1510" y="8067"/>
                  </a:cubicBezTo>
                  <a:lnTo>
                    <a:pt x="9511" y="1274"/>
                  </a:lnTo>
                  <a:cubicBezTo>
                    <a:pt x="9617" y="1181"/>
                    <a:pt x="9748" y="1135"/>
                    <a:pt x="9880" y="1135"/>
                  </a:cubicBezTo>
                  <a:close/>
                  <a:moveTo>
                    <a:pt x="12147" y="13665"/>
                  </a:moveTo>
                  <a:lnTo>
                    <a:pt x="12147" y="18195"/>
                  </a:lnTo>
                  <a:lnTo>
                    <a:pt x="7543" y="18195"/>
                  </a:lnTo>
                  <a:lnTo>
                    <a:pt x="7543" y="13665"/>
                  </a:lnTo>
                  <a:close/>
                  <a:moveTo>
                    <a:pt x="9883" y="3937"/>
                  </a:moveTo>
                  <a:lnTo>
                    <a:pt x="16109" y="9275"/>
                  </a:lnTo>
                  <a:lnTo>
                    <a:pt x="16109" y="18195"/>
                  </a:lnTo>
                  <a:lnTo>
                    <a:pt x="13280" y="18195"/>
                  </a:lnTo>
                  <a:lnTo>
                    <a:pt x="13280" y="13101"/>
                  </a:lnTo>
                  <a:cubicBezTo>
                    <a:pt x="13280" y="12787"/>
                    <a:pt x="13026" y="12533"/>
                    <a:pt x="12712" y="12533"/>
                  </a:cubicBezTo>
                  <a:lnTo>
                    <a:pt x="6975" y="12533"/>
                  </a:lnTo>
                  <a:cubicBezTo>
                    <a:pt x="6661" y="12533"/>
                    <a:pt x="6410" y="12787"/>
                    <a:pt x="6410" y="13101"/>
                  </a:cubicBezTo>
                  <a:lnTo>
                    <a:pt x="6410" y="18195"/>
                  </a:lnTo>
                  <a:lnTo>
                    <a:pt x="3578" y="18195"/>
                  </a:lnTo>
                  <a:lnTo>
                    <a:pt x="3578" y="9281"/>
                  </a:lnTo>
                  <a:lnTo>
                    <a:pt x="9883" y="3937"/>
                  </a:lnTo>
                  <a:close/>
                  <a:moveTo>
                    <a:pt x="9883" y="0"/>
                  </a:moveTo>
                  <a:cubicBezTo>
                    <a:pt x="9489" y="0"/>
                    <a:pt x="9095" y="137"/>
                    <a:pt x="8778" y="410"/>
                  </a:cubicBezTo>
                  <a:lnTo>
                    <a:pt x="773" y="7204"/>
                  </a:lnTo>
                  <a:cubicBezTo>
                    <a:pt x="154" y="7738"/>
                    <a:pt x="0" y="8635"/>
                    <a:pt x="411" y="9345"/>
                  </a:cubicBezTo>
                  <a:cubicBezTo>
                    <a:pt x="720" y="9881"/>
                    <a:pt x="1289" y="10193"/>
                    <a:pt x="1882" y="10193"/>
                  </a:cubicBezTo>
                  <a:cubicBezTo>
                    <a:pt x="2070" y="10193"/>
                    <a:pt x="2261" y="10162"/>
                    <a:pt x="2446" y="10096"/>
                  </a:cubicBezTo>
                  <a:lnTo>
                    <a:pt x="2446" y="18762"/>
                  </a:lnTo>
                  <a:cubicBezTo>
                    <a:pt x="2446" y="19073"/>
                    <a:pt x="2699" y="19327"/>
                    <a:pt x="3010" y="19327"/>
                  </a:cubicBezTo>
                  <a:lnTo>
                    <a:pt x="16673" y="19327"/>
                  </a:lnTo>
                  <a:cubicBezTo>
                    <a:pt x="16987" y="19327"/>
                    <a:pt x="17241" y="19073"/>
                    <a:pt x="17241" y="18762"/>
                  </a:cubicBezTo>
                  <a:lnTo>
                    <a:pt x="17241" y="10096"/>
                  </a:lnTo>
                  <a:cubicBezTo>
                    <a:pt x="17431" y="10163"/>
                    <a:pt x="17623" y="10195"/>
                    <a:pt x="17809" y="10195"/>
                  </a:cubicBezTo>
                  <a:cubicBezTo>
                    <a:pt x="18756" y="10195"/>
                    <a:pt x="19578" y="9388"/>
                    <a:pt x="19500" y="8363"/>
                  </a:cubicBezTo>
                  <a:cubicBezTo>
                    <a:pt x="19466" y="7913"/>
                    <a:pt x="19255" y="7497"/>
                    <a:pt x="18914" y="7204"/>
                  </a:cubicBezTo>
                  <a:lnTo>
                    <a:pt x="17241" y="5770"/>
                  </a:lnTo>
                  <a:lnTo>
                    <a:pt x="17241" y="1702"/>
                  </a:lnTo>
                  <a:cubicBezTo>
                    <a:pt x="17241" y="1388"/>
                    <a:pt x="16987" y="1135"/>
                    <a:pt x="16676" y="1135"/>
                  </a:cubicBezTo>
                  <a:lnTo>
                    <a:pt x="14412" y="1135"/>
                  </a:lnTo>
                  <a:cubicBezTo>
                    <a:pt x="14098" y="1135"/>
                    <a:pt x="13844" y="1388"/>
                    <a:pt x="13844" y="1702"/>
                  </a:cubicBezTo>
                  <a:lnTo>
                    <a:pt x="13844" y="2862"/>
                  </a:lnTo>
                  <a:lnTo>
                    <a:pt x="10988" y="410"/>
                  </a:lnTo>
                  <a:cubicBezTo>
                    <a:pt x="10671" y="137"/>
                    <a:pt x="10277" y="0"/>
                    <a:pt x="98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9631;p65">
              <a:extLst>
                <a:ext uri="{FF2B5EF4-FFF2-40B4-BE49-F238E27FC236}">
                  <a16:creationId xmlns:a16="http://schemas.microsoft.com/office/drawing/2014/main" id="{32B2207E-ED3A-15D5-5AE6-61FDCBDBDFBF}"/>
                </a:ext>
              </a:extLst>
            </p:cNvPr>
            <p:cNvSpPr/>
            <p:nvPr/>
          </p:nvSpPr>
          <p:spPr>
            <a:xfrm>
              <a:off x="6426850" y="1596875"/>
              <a:ext cx="115150" cy="113250"/>
            </a:xfrm>
            <a:custGeom>
              <a:avLst/>
              <a:gdLst/>
              <a:ahLst/>
              <a:cxnLst/>
              <a:rect l="l" t="t" r="r" b="b"/>
              <a:pathLst>
                <a:path w="4606" h="4530" extrusionOk="0">
                  <a:moveTo>
                    <a:pt x="3473" y="1132"/>
                  </a:moveTo>
                  <a:lnTo>
                    <a:pt x="3473" y="3397"/>
                  </a:lnTo>
                  <a:lnTo>
                    <a:pt x="1133" y="3397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lnTo>
                    <a:pt x="1" y="3965"/>
                  </a:lnTo>
                  <a:cubicBezTo>
                    <a:pt x="1" y="4276"/>
                    <a:pt x="251" y="4529"/>
                    <a:pt x="565" y="4529"/>
                  </a:cubicBezTo>
                  <a:lnTo>
                    <a:pt x="4038" y="4529"/>
                  </a:lnTo>
                  <a:cubicBezTo>
                    <a:pt x="4352" y="4529"/>
                    <a:pt x="4605" y="4276"/>
                    <a:pt x="4605" y="3965"/>
                  </a:cubicBezTo>
                  <a:lnTo>
                    <a:pt x="4605" y="568"/>
                  </a:lnTo>
                  <a:cubicBezTo>
                    <a:pt x="4605" y="254"/>
                    <a:pt x="4352" y="0"/>
                    <a:pt x="40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9632;p65">
              <a:extLst>
                <a:ext uri="{FF2B5EF4-FFF2-40B4-BE49-F238E27FC236}">
                  <a16:creationId xmlns:a16="http://schemas.microsoft.com/office/drawing/2014/main" id="{ECE9E2C8-3A4B-7AC3-47A2-86DB26E61601}"/>
                </a:ext>
              </a:extLst>
            </p:cNvPr>
            <p:cNvSpPr/>
            <p:nvPr/>
          </p:nvSpPr>
          <p:spPr>
            <a:xfrm>
              <a:off x="6485350" y="1796900"/>
              <a:ext cx="28325" cy="28325"/>
            </a:xfrm>
            <a:custGeom>
              <a:avLst/>
              <a:gdLst/>
              <a:ahLst/>
              <a:cxnLst/>
              <a:rect l="l" t="t" r="r" b="b"/>
              <a:pathLst>
                <a:path w="1133" h="1133" extrusionOk="0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cubicBezTo>
                    <a:pt x="879" y="1133"/>
                    <a:pt x="1133" y="879"/>
                    <a:pt x="1133" y="568"/>
                  </a:cubicBezTo>
                  <a:cubicBezTo>
                    <a:pt x="1133" y="254"/>
                    <a:pt x="879" y="1"/>
                    <a:pt x="5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9" name="Google Shape;11602;p71">
            <a:extLst>
              <a:ext uri="{FF2B5EF4-FFF2-40B4-BE49-F238E27FC236}">
                <a16:creationId xmlns:a16="http://schemas.microsoft.com/office/drawing/2014/main" id="{0794DD9C-F9E6-86D7-4D6E-4C9EBC1AE9A6}"/>
              </a:ext>
            </a:extLst>
          </p:cNvPr>
          <p:cNvGrpSpPr/>
          <p:nvPr/>
        </p:nvGrpSpPr>
        <p:grpSpPr>
          <a:xfrm>
            <a:off x="4002698" y="3825377"/>
            <a:ext cx="351664" cy="396976"/>
            <a:chOff x="6679825" y="2693700"/>
            <a:chExt cx="257875" cy="258575"/>
          </a:xfrm>
          <a:solidFill>
            <a:schemeClr val="accent1">
              <a:lumMod val="75000"/>
            </a:schemeClr>
          </a:solidFill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grpSpPr>
        <p:sp>
          <p:nvSpPr>
            <p:cNvPr id="30" name="Google Shape;11603;p71">
              <a:extLst>
                <a:ext uri="{FF2B5EF4-FFF2-40B4-BE49-F238E27FC236}">
                  <a16:creationId xmlns:a16="http://schemas.microsoft.com/office/drawing/2014/main" id="{513E8EFA-0BAB-1AC0-FCD8-A5706FB24DD5}"/>
                </a:ext>
              </a:extLst>
            </p:cNvPr>
            <p:cNvSpPr/>
            <p:nvPr/>
          </p:nvSpPr>
          <p:spPr>
            <a:xfrm>
              <a:off x="6679825" y="2693700"/>
              <a:ext cx="257875" cy="258575"/>
            </a:xfrm>
            <a:custGeom>
              <a:avLst/>
              <a:gdLst/>
              <a:ahLst/>
              <a:cxnLst/>
              <a:rect l="l" t="t" r="r" b="b"/>
              <a:pathLst>
                <a:path w="10315" h="10343" extrusionOk="0">
                  <a:moveTo>
                    <a:pt x="5102" y="670"/>
                  </a:moveTo>
                  <a:cubicBezTo>
                    <a:pt x="5604" y="670"/>
                    <a:pt x="6022" y="1088"/>
                    <a:pt x="6022" y="1562"/>
                  </a:cubicBezTo>
                  <a:cubicBezTo>
                    <a:pt x="6022" y="2063"/>
                    <a:pt x="5604" y="2481"/>
                    <a:pt x="5102" y="2481"/>
                  </a:cubicBezTo>
                  <a:cubicBezTo>
                    <a:pt x="4600" y="2481"/>
                    <a:pt x="4182" y="2063"/>
                    <a:pt x="4182" y="1562"/>
                  </a:cubicBezTo>
                  <a:cubicBezTo>
                    <a:pt x="4182" y="1088"/>
                    <a:pt x="4600" y="670"/>
                    <a:pt x="5102" y="670"/>
                  </a:cubicBezTo>
                  <a:close/>
                  <a:moveTo>
                    <a:pt x="1757" y="1896"/>
                  </a:moveTo>
                  <a:cubicBezTo>
                    <a:pt x="2063" y="1896"/>
                    <a:pt x="2342" y="2175"/>
                    <a:pt x="2342" y="2481"/>
                  </a:cubicBezTo>
                  <a:cubicBezTo>
                    <a:pt x="2342" y="2788"/>
                    <a:pt x="2063" y="3067"/>
                    <a:pt x="1757" y="3067"/>
                  </a:cubicBezTo>
                  <a:cubicBezTo>
                    <a:pt x="1422" y="3067"/>
                    <a:pt x="1143" y="2788"/>
                    <a:pt x="1143" y="2481"/>
                  </a:cubicBezTo>
                  <a:cubicBezTo>
                    <a:pt x="1143" y="2119"/>
                    <a:pt x="1422" y="1896"/>
                    <a:pt x="1757" y="1896"/>
                  </a:cubicBezTo>
                  <a:close/>
                  <a:moveTo>
                    <a:pt x="8447" y="1896"/>
                  </a:moveTo>
                  <a:cubicBezTo>
                    <a:pt x="8781" y="1896"/>
                    <a:pt x="9032" y="2175"/>
                    <a:pt x="9032" y="2481"/>
                  </a:cubicBezTo>
                  <a:cubicBezTo>
                    <a:pt x="9032" y="2788"/>
                    <a:pt x="8753" y="3067"/>
                    <a:pt x="8447" y="3067"/>
                  </a:cubicBezTo>
                  <a:cubicBezTo>
                    <a:pt x="8112" y="3067"/>
                    <a:pt x="7834" y="2788"/>
                    <a:pt x="7834" y="2481"/>
                  </a:cubicBezTo>
                  <a:cubicBezTo>
                    <a:pt x="7834" y="2119"/>
                    <a:pt x="8112" y="1896"/>
                    <a:pt x="8447" y="1896"/>
                  </a:cubicBezTo>
                  <a:close/>
                  <a:moveTo>
                    <a:pt x="1701" y="3624"/>
                  </a:moveTo>
                  <a:cubicBezTo>
                    <a:pt x="2370" y="3624"/>
                    <a:pt x="2927" y="4182"/>
                    <a:pt x="2927" y="4851"/>
                  </a:cubicBezTo>
                  <a:lnTo>
                    <a:pt x="2927" y="6412"/>
                  </a:lnTo>
                  <a:cubicBezTo>
                    <a:pt x="2955" y="6635"/>
                    <a:pt x="2816" y="6719"/>
                    <a:pt x="2649" y="6719"/>
                  </a:cubicBezTo>
                  <a:cubicBezTo>
                    <a:pt x="2481" y="6719"/>
                    <a:pt x="2342" y="6858"/>
                    <a:pt x="2342" y="7053"/>
                  </a:cubicBezTo>
                  <a:lnTo>
                    <a:pt x="2342" y="8865"/>
                  </a:lnTo>
                  <a:cubicBezTo>
                    <a:pt x="2342" y="9032"/>
                    <a:pt x="2203" y="9172"/>
                    <a:pt x="2035" y="9172"/>
                  </a:cubicBezTo>
                  <a:lnTo>
                    <a:pt x="1422" y="9172"/>
                  </a:lnTo>
                  <a:cubicBezTo>
                    <a:pt x="1255" y="9172"/>
                    <a:pt x="1116" y="9032"/>
                    <a:pt x="1116" y="8865"/>
                  </a:cubicBezTo>
                  <a:lnTo>
                    <a:pt x="1116" y="7053"/>
                  </a:lnTo>
                  <a:cubicBezTo>
                    <a:pt x="1116" y="6858"/>
                    <a:pt x="976" y="6719"/>
                    <a:pt x="809" y="6719"/>
                  </a:cubicBezTo>
                  <a:cubicBezTo>
                    <a:pt x="642" y="6719"/>
                    <a:pt x="502" y="6579"/>
                    <a:pt x="502" y="6412"/>
                  </a:cubicBezTo>
                  <a:lnTo>
                    <a:pt x="502" y="4851"/>
                  </a:lnTo>
                  <a:cubicBezTo>
                    <a:pt x="502" y="4182"/>
                    <a:pt x="1060" y="3624"/>
                    <a:pt x="1701" y="3624"/>
                  </a:cubicBezTo>
                  <a:close/>
                  <a:moveTo>
                    <a:pt x="8391" y="3624"/>
                  </a:moveTo>
                  <a:cubicBezTo>
                    <a:pt x="9060" y="3624"/>
                    <a:pt x="9618" y="4182"/>
                    <a:pt x="9618" y="4851"/>
                  </a:cubicBezTo>
                  <a:lnTo>
                    <a:pt x="9618" y="6440"/>
                  </a:lnTo>
                  <a:lnTo>
                    <a:pt x="9645" y="6440"/>
                  </a:lnTo>
                  <a:cubicBezTo>
                    <a:pt x="9645" y="6635"/>
                    <a:pt x="9506" y="6774"/>
                    <a:pt x="9339" y="6774"/>
                  </a:cubicBezTo>
                  <a:cubicBezTo>
                    <a:pt x="9172" y="6774"/>
                    <a:pt x="9032" y="6914"/>
                    <a:pt x="9032" y="7081"/>
                  </a:cubicBezTo>
                  <a:lnTo>
                    <a:pt x="9032" y="8893"/>
                  </a:lnTo>
                  <a:cubicBezTo>
                    <a:pt x="9032" y="9060"/>
                    <a:pt x="8893" y="9199"/>
                    <a:pt x="8726" y="9199"/>
                  </a:cubicBezTo>
                  <a:lnTo>
                    <a:pt x="8112" y="9199"/>
                  </a:lnTo>
                  <a:cubicBezTo>
                    <a:pt x="7945" y="9199"/>
                    <a:pt x="7806" y="9060"/>
                    <a:pt x="7806" y="8893"/>
                  </a:cubicBezTo>
                  <a:lnTo>
                    <a:pt x="7806" y="7053"/>
                  </a:lnTo>
                  <a:cubicBezTo>
                    <a:pt x="7806" y="6858"/>
                    <a:pt x="7666" y="6719"/>
                    <a:pt x="7499" y="6719"/>
                  </a:cubicBezTo>
                  <a:cubicBezTo>
                    <a:pt x="7332" y="6719"/>
                    <a:pt x="7192" y="6579"/>
                    <a:pt x="7192" y="6412"/>
                  </a:cubicBezTo>
                  <a:lnTo>
                    <a:pt x="7192" y="4851"/>
                  </a:lnTo>
                  <a:cubicBezTo>
                    <a:pt x="7192" y="4182"/>
                    <a:pt x="7750" y="3624"/>
                    <a:pt x="8391" y="3624"/>
                  </a:cubicBezTo>
                  <a:close/>
                  <a:moveTo>
                    <a:pt x="5381" y="3095"/>
                  </a:moveTo>
                  <a:cubicBezTo>
                    <a:pt x="6077" y="3234"/>
                    <a:pt x="6635" y="3875"/>
                    <a:pt x="6635" y="4600"/>
                  </a:cubicBezTo>
                  <a:lnTo>
                    <a:pt x="6635" y="6440"/>
                  </a:lnTo>
                  <a:cubicBezTo>
                    <a:pt x="6663" y="6635"/>
                    <a:pt x="6523" y="6719"/>
                    <a:pt x="6356" y="6719"/>
                  </a:cubicBezTo>
                  <a:cubicBezTo>
                    <a:pt x="6161" y="6719"/>
                    <a:pt x="6022" y="6858"/>
                    <a:pt x="6022" y="7053"/>
                  </a:cubicBezTo>
                  <a:lnTo>
                    <a:pt x="6022" y="9478"/>
                  </a:lnTo>
                  <a:cubicBezTo>
                    <a:pt x="6022" y="9645"/>
                    <a:pt x="5882" y="9785"/>
                    <a:pt x="5715" y="9785"/>
                  </a:cubicBezTo>
                  <a:lnTo>
                    <a:pt x="4461" y="9785"/>
                  </a:lnTo>
                  <a:cubicBezTo>
                    <a:pt x="4293" y="9785"/>
                    <a:pt x="4154" y="9645"/>
                    <a:pt x="4154" y="9478"/>
                  </a:cubicBezTo>
                  <a:lnTo>
                    <a:pt x="4154" y="7053"/>
                  </a:lnTo>
                  <a:cubicBezTo>
                    <a:pt x="4154" y="6858"/>
                    <a:pt x="4015" y="6719"/>
                    <a:pt x="3847" y="6719"/>
                  </a:cubicBezTo>
                  <a:cubicBezTo>
                    <a:pt x="3652" y="6719"/>
                    <a:pt x="3513" y="6579"/>
                    <a:pt x="3513" y="6412"/>
                  </a:cubicBezTo>
                  <a:lnTo>
                    <a:pt x="3513" y="4851"/>
                  </a:lnTo>
                  <a:lnTo>
                    <a:pt x="3513" y="4600"/>
                  </a:lnTo>
                  <a:cubicBezTo>
                    <a:pt x="3513" y="3875"/>
                    <a:pt x="4043" y="3234"/>
                    <a:pt x="4739" y="3095"/>
                  </a:cubicBezTo>
                  <a:lnTo>
                    <a:pt x="4739" y="5185"/>
                  </a:lnTo>
                  <a:cubicBezTo>
                    <a:pt x="4739" y="5381"/>
                    <a:pt x="4879" y="5520"/>
                    <a:pt x="5046" y="5520"/>
                  </a:cubicBezTo>
                  <a:cubicBezTo>
                    <a:pt x="5241" y="5520"/>
                    <a:pt x="5381" y="5381"/>
                    <a:pt x="5381" y="5185"/>
                  </a:cubicBezTo>
                  <a:lnTo>
                    <a:pt x="5381" y="3095"/>
                  </a:lnTo>
                  <a:close/>
                  <a:moveTo>
                    <a:pt x="5130" y="1"/>
                  </a:moveTo>
                  <a:cubicBezTo>
                    <a:pt x="4293" y="1"/>
                    <a:pt x="3624" y="670"/>
                    <a:pt x="3624" y="1506"/>
                  </a:cubicBezTo>
                  <a:cubicBezTo>
                    <a:pt x="3624" y="1952"/>
                    <a:pt x="3847" y="2370"/>
                    <a:pt x="4154" y="2649"/>
                  </a:cubicBezTo>
                  <a:cubicBezTo>
                    <a:pt x="3736" y="2872"/>
                    <a:pt x="3373" y="3234"/>
                    <a:pt x="3206" y="3652"/>
                  </a:cubicBezTo>
                  <a:cubicBezTo>
                    <a:pt x="3067" y="3485"/>
                    <a:pt x="2900" y="3346"/>
                    <a:pt x="2677" y="3234"/>
                  </a:cubicBezTo>
                  <a:cubicBezTo>
                    <a:pt x="2900" y="3039"/>
                    <a:pt x="3039" y="2732"/>
                    <a:pt x="3039" y="2398"/>
                  </a:cubicBezTo>
                  <a:cubicBezTo>
                    <a:pt x="3039" y="1757"/>
                    <a:pt x="2481" y="1199"/>
                    <a:pt x="1812" y="1199"/>
                  </a:cubicBezTo>
                  <a:cubicBezTo>
                    <a:pt x="1143" y="1199"/>
                    <a:pt x="586" y="1757"/>
                    <a:pt x="586" y="2398"/>
                  </a:cubicBezTo>
                  <a:cubicBezTo>
                    <a:pt x="586" y="2732"/>
                    <a:pt x="725" y="3039"/>
                    <a:pt x="948" y="3234"/>
                  </a:cubicBezTo>
                  <a:cubicBezTo>
                    <a:pt x="391" y="3569"/>
                    <a:pt x="1" y="4154"/>
                    <a:pt x="1" y="4851"/>
                  </a:cubicBezTo>
                  <a:lnTo>
                    <a:pt x="1" y="6412"/>
                  </a:lnTo>
                  <a:cubicBezTo>
                    <a:pt x="1" y="6802"/>
                    <a:pt x="251" y="7137"/>
                    <a:pt x="586" y="7276"/>
                  </a:cubicBezTo>
                  <a:lnTo>
                    <a:pt x="586" y="8865"/>
                  </a:lnTo>
                  <a:cubicBezTo>
                    <a:pt x="586" y="9339"/>
                    <a:pt x="1004" y="9757"/>
                    <a:pt x="1506" y="9757"/>
                  </a:cubicBezTo>
                  <a:lnTo>
                    <a:pt x="2091" y="9757"/>
                  </a:lnTo>
                  <a:cubicBezTo>
                    <a:pt x="2593" y="9757"/>
                    <a:pt x="3011" y="9339"/>
                    <a:pt x="3011" y="8865"/>
                  </a:cubicBezTo>
                  <a:lnTo>
                    <a:pt x="3011" y="7276"/>
                  </a:lnTo>
                  <a:cubicBezTo>
                    <a:pt x="3095" y="7248"/>
                    <a:pt x="3206" y="7192"/>
                    <a:pt x="3318" y="7109"/>
                  </a:cubicBezTo>
                  <a:cubicBezTo>
                    <a:pt x="3429" y="7192"/>
                    <a:pt x="3485" y="7248"/>
                    <a:pt x="3624" y="7276"/>
                  </a:cubicBezTo>
                  <a:lnTo>
                    <a:pt x="3624" y="9450"/>
                  </a:lnTo>
                  <a:cubicBezTo>
                    <a:pt x="3624" y="9924"/>
                    <a:pt x="4043" y="10342"/>
                    <a:pt x="4544" y="10342"/>
                  </a:cubicBezTo>
                  <a:lnTo>
                    <a:pt x="5799" y="10342"/>
                  </a:lnTo>
                  <a:cubicBezTo>
                    <a:pt x="6273" y="10342"/>
                    <a:pt x="6691" y="9924"/>
                    <a:pt x="6691" y="9450"/>
                  </a:cubicBezTo>
                  <a:lnTo>
                    <a:pt x="6691" y="7276"/>
                  </a:lnTo>
                  <a:cubicBezTo>
                    <a:pt x="6802" y="7248"/>
                    <a:pt x="6914" y="7192"/>
                    <a:pt x="6997" y="7109"/>
                  </a:cubicBezTo>
                  <a:cubicBezTo>
                    <a:pt x="7109" y="7192"/>
                    <a:pt x="7192" y="7248"/>
                    <a:pt x="7332" y="7276"/>
                  </a:cubicBezTo>
                  <a:lnTo>
                    <a:pt x="7332" y="8865"/>
                  </a:lnTo>
                  <a:cubicBezTo>
                    <a:pt x="7332" y="9339"/>
                    <a:pt x="7750" y="9757"/>
                    <a:pt x="8224" y="9757"/>
                  </a:cubicBezTo>
                  <a:lnTo>
                    <a:pt x="8809" y="9757"/>
                  </a:lnTo>
                  <a:cubicBezTo>
                    <a:pt x="9311" y="9757"/>
                    <a:pt x="9729" y="9339"/>
                    <a:pt x="9729" y="8865"/>
                  </a:cubicBezTo>
                  <a:lnTo>
                    <a:pt x="9729" y="7276"/>
                  </a:lnTo>
                  <a:cubicBezTo>
                    <a:pt x="10064" y="7137"/>
                    <a:pt x="10314" y="6830"/>
                    <a:pt x="10314" y="6412"/>
                  </a:cubicBezTo>
                  <a:lnTo>
                    <a:pt x="10314" y="4851"/>
                  </a:lnTo>
                  <a:cubicBezTo>
                    <a:pt x="10287" y="4210"/>
                    <a:pt x="9896" y="3596"/>
                    <a:pt x="9339" y="3318"/>
                  </a:cubicBezTo>
                  <a:cubicBezTo>
                    <a:pt x="9562" y="3095"/>
                    <a:pt x="9701" y="2788"/>
                    <a:pt x="9701" y="2481"/>
                  </a:cubicBezTo>
                  <a:cubicBezTo>
                    <a:pt x="9701" y="1812"/>
                    <a:pt x="9144" y="1255"/>
                    <a:pt x="8475" y="1255"/>
                  </a:cubicBezTo>
                  <a:cubicBezTo>
                    <a:pt x="7806" y="1255"/>
                    <a:pt x="7248" y="1812"/>
                    <a:pt x="7248" y="2481"/>
                  </a:cubicBezTo>
                  <a:cubicBezTo>
                    <a:pt x="7248" y="2788"/>
                    <a:pt x="7388" y="3095"/>
                    <a:pt x="7611" y="3318"/>
                  </a:cubicBezTo>
                  <a:cubicBezTo>
                    <a:pt x="7388" y="3429"/>
                    <a:pt x="7220" y="3569"/>
                    <a:pt x="7081" y="3736"/>
                  </a:cubicBezTo>
                  <a:cubicBezTo>
                    <a:pt x="6969" y="3485"/>
                    <a:pt x="6802" y="3290"/>
                    <a:pt x="6635" y="3067"/>
                  </a:cubicBezTo>
                  <a:cubicBezTo>
                    <a:pt x="6496" y="2927"/>
                    <a:pt x="6300" y="2788"/>
                    <a:pt x="6105" y="2677"/>
                  </a:cubicBezTo>
                  <a:cubicBezTo>
                    <a:pt x="6440" y="2370"/>
                    <a:pt x="6663" y="1952"/>
                    <a:pt x="6663" y="1534"/>
                  </a:cubicBezTo>
                  <a:cubicBezTo>
                    <a:pt x="6663" y="1116"/>
                    <a:pt x="6496" y="725"/>
                    <a:pt x="6217" y="447"/>
                  </a:cubicBezTo>
                  <a:cubicBezTo>
                    <a:pt x="5938" y="168"/>
                    <a:pt x="5520" y="1"/>
                    <a:pt x="5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11604;p71">
              <a:extLst>
                <a:ext uri="{FF2B5EF4-FFF2-40B4-BE49-F238E27FC236}">
                  <a16:creationId xmlns:a16="http://schemas.microsoft.com/office/drawing/2014/main" id="{FB4B837C-2584-14E1-8959-42C67FB85F66}"/>
                </a:ext>
              </a:extLst>
            </p:cNvPr>
            <p:cNvSpPr/>
            <p:nvPr/>
          </p:nvSpPr>
          <p:spPr>
            <a:xfrm flipH="1">
              <a:off x="6679825" y="2693700"/>
              <a:ext cx="257875" cy="258575"/>
            </a:xfrm>
            <a:custGeom>
              <a:avLst/>
              <a:gdLst/>
              <a:ahLst/>
              <a:cxnLst/>
              <a:rect l="l" t="t" r="r" b="b"/>
              <a:pathLst>
                <a:path w="10315" h="10343" extrusionOk="0">
                  <a:moveTo>
                    <a:pt x="5102" y="670"/>
                  </a:moveTo>
                  <a:cubicBezTo>
                    <a:pt x="5604" y="670"/>
                    <a:pt x="6022" y="1088"/>
                    <a:pt x="6022" y="1562"/>
                  </a:cubicBezTo>
                  <a:cubicBezTo>
                    <a:pt x="6022" y="2063"/>
                    <a:pt x="5604" y="2481"/>
                    <a:pt x="5102" y="2481"/>
                  </a:cubicBezTo>
                  <a:cubicBezTo>
                    <a:pt x="4600" y="2481"/>
                    <a:pt x="4182" y="2063"/>
                    <a:pt x="4182" y="1562"/>
                  </a:cubicBezTo>
                  <a:cubicBezTo>
                    <a:pt x="4182" y="1088"/>
                    <a:pt x="4600" y="670"/>
                    <a:pt x="5102" y="670"/>
                  </a:cubicBezTo>
                  <a:close/>
                  <a:moveTo>
                    <a:pt x="1757" y="1896"/>
                  </a:moveTo>
                  <a:cubicBezTo>
                    <a:pt x="2063" y="1896"/>
                    <a:pt x="2342" y="2175"/>
                    <a:pt x="2342" y="2481"/>
                  </a:cubicBezTo>
                  <a:cubicBezTo>
                    <a:pt x="2342" y="2788"/>
                    <a:pt x="2063" y="3067"/>
                    <a:pt x="1757" y="3067"/>
                  </a:cubicBezTo>
                  <a:cubicBezTo>
                    <a:pt x="1422" y="3067"/>
                    <a:pt x="1143" y="2788"/>
                    <a:pt x="1143" y="2481"/>
                  </a:cubicBezTo>
                  <a:cubicBezTo>
                    <a:pt x="1143" y="2119"/>
                    <a:pt x="1422" y="1896"/>
                    <a:pt x="1757" y="1896"/>
                  </a:cubicBezTo>
                  <a:close/>
                  <a:moveTo>
                    <a:pt x="8447" y="1896"/>
                  </a:moveTo>
                  <a:cubicBezTo>
                    <a:pt x="8781" y="1896"/>
                    <a:pt x="9032" y="2175"/>
                    <a:pt x="9032" y="2481"/>
                  </a:cubicBezTo>
                  <a:cubicBezTo>
                    <a:pt x="9032" y="2788"/>
                    <a:pt x="8753" y="3067"/>
                    <a:pt x="8447" y="3067"/>
                  </a:cubicBezTo>
                  <a:cubicBezTo>
                    <a:pt x="8112" y="3067"/>
                    <a:pt x="7834" y="2788"/>
                    <a:pt x="7834" y="2481"/>
                  </a:cubicBezTo>
                  <a:cubicBezTo>
                    <a:pt x="7834" y="2119"/>
                    <a:pt x="8112" y="1896"/>
                    <a:pt x="8447" y="1896"/>
                  </a:cubicBezTo>
                  <a:close/>
                  <a:moveTo>
                    <a:pt x="1701" y="3624"/>
                  </a:moveTo>
                  <a:cubicBezTo>
                    <a:pt x="2370" y="3624"/>
                    <a:pt x="2927" y="4182"/>
                    <a:pt x="2927" y="4851"/>
                  </a:cubicBezTo>
                  <a:lnTo>
                    <a:pt x="2927" y="6412"/>
                  </a:lnTo>
                  <a:cubicBezTo>
                    <a:pt x="2955" y="6635"/>
                    <a:pt x="2816" y="6719"/>
                    <a:pt x="2649" y="6719"/>
                  </a:cubicBezTo>
                  <a:cubicBezTo>
                    <a:pt x="2481" y="6719"/>
                    <a:pt x="2342" y="6858"/>
                    <a:pt x="2342" y="7053"/>
                  </a:cubicBezTo>
                  <a:lnTo>
                    <a:pt x="2342" y="8865"/>
                  </a:lnTo>
                  <a:cubicBezTo>
                    <a:pt x="2342" y="9032"/>
                    <a:pt x="2203" y="9172"/>
                    <a:pt x="2035" y="9172"/>
                  </a:cubicBezTo>
                  <a:lnTo>
                    <a:pt x="1422" y="9172"/>
                  </a:lnTo>
                  <a:cubicBezTo>
                    <a:pt x="1255" y="9172"/>
                    <a:pt x="1116" y="9032"/>
                    <a:pt x="1116" y="8865"/>
                  </a:cubicBezTo>
                  <a:lnTo>
                    <a:pt x="1116" y="7053"/>
                  </a:lnTo>
                  <a:cubicBezTo>
                    <a:pt x="1116" y="6858"/>
                    <a:pt x="976" y="6719"/>
                    <a:pt x="809" y="6719"/>
                  </a:cubicBezTo>
                  <a:cubicBezTo>
                    <a:pt x="642" y="6719"/>
                    <a:pt x="502" y="6579"/>
                    <a:pt x="502" y="6412"/>
                  </a:cubicBezTo>
                  <a:lnTo>
                    <a:pt x="502" y="4851"/>
                  </a:lnTo>
                  <a:cubicBezTo>
                    <a:pt x="502" y="4182"/>
                    <a:pt x="1060" y="3624"/>
                    <a:pt x="1701" y="3624"/>
                  </a:cubicBezTo>
                  <a:close/>
                  <a:moveTo>
                    <a:pt x="8391" y="3624"/>
                  </a:moveTo>
                  <a:cubicBezTo>
                    <a:pt x="9060" y="3624"/>
                    <a:pt x="9618" y="4182"/>
                    <a:pt x="9618" y="4851"/>
                  </a:cubicBezTo>
                  <a:lnTo>
                    <a:pt x="9618" y="6440"/>
                  </a:lnTo>
                  <a:lnTo>
                    <a:pt x="9645" y="6440"/>
                  </a:lnTo>
                  <a:cubicBezTo>
                    <a:pt x="9645" y="6635"/>
                    <a:pt x="9506" y="6774"/>
                    <a:pt x="9339" y="6774"/>
                  </a:cubicBezTo>
                  <a:cubicBezTo>
                    <a:pt x="9172" y="6774"/>
                    <a:pt x="9032" y="6914"/>
                    <a:pt x="9032" y="7081"/>
                  </a:cubicBezTo>
                  <a:lnTo>
                    <a:pt x="9032" y="8893"/>
                  </a:lnTo>
                  <a:cubicBezTo>
                    <a:pt x="9032" y="9060"/>
                    <a:pt x="8893" y="9199"/>
                    <a:pt x="8726" y="9199"/>
                  </a:cubicBezTo>
                  <a:lnTo>
                    <a:pt x="8112" y="9199"/>
                  </a:lnTo>
                  <a:cubicBezTo>
                    <a:pt x="7945" y="9199"/>
                    <a:pt x="7806" y="9060"/>
                    <a:pt x="7806" y="8893"/>
                  </a:cubicBezTo>
                  <a:lnTo>
                    <a:pt x="7806" y="7053"/>
                  </a:lnTo>
                  <a:cubicBezTo>
                    <a:pt x="7806" y="6858"/>
                    <a:pt x="7666" y="6719"/>
                    <a:pt x="7499" y="6719"/>
                  </a:cubicBezTo>
                  <a:cubicBezTo>
                    <a:pt x="7332" y="6719"/>
                    <a:pt x="7192" y="6579"/>
                    <a:pt x="7192" y="6412"/>
                  </a:cubicBezTo>
                  <a:lnTo>
                    <a:pt x="7192" y="4851"/>
                  </a:lnTo>
                  <a:cubicBezTo>
                    <a:pt x="7192" y="4182"/>
                    <a:pt x="7750" y="3624"/>
                    <a:pt x="8391" y="3624"/>
                  </a:cubicBezTo>
                  <a:close/>
                  <a:moveTo>
                    <a:pt x="5381" y="3095"/>
                  </a:moveTo>
                  <a:cubicBezTo>
                    <a:pt x="6077" y="3234"/>
                    <a:pt x="6635" y="3875"/>
                    <a:pt x="6635" y="4600"/>
                  </a:cubicBezTo>
                  <a:lnTo>
                    <a:pt x="6635" y="6440"/>
                  </a:lnTo>
                  <a:cubicBezTo>
                    <a:pt x="6663" y="6635"/>
                    <a:pt x="6523" y="6719"/>
                    <a:pt x="6356" y="6719"/>
                  </a:cubicBezTo>
                  <a:cubicBezTo>
                    <a:pt x="6161" y="6719"/>
                    <a:pt x="6022" y="6858"/>
                    <a:pt x="6022" y="7053"/>
                  </a:cubicBezTo>
                  <a:lnTo>
                    <a:pt x="6022" y="9478"/>
                  </a:lnTo>
                  <a:cubicBezTo>
                    <a:pt x="6022" y="9645"/>
                    <a:pt x="5882" y="9785"/>
                    <a:pt x="5715" y="9785"/>
                  </a:cubicBezTo>
                  <a:lnTo>
                    <a:pt x="4461" y="9785"/>
                  </a:lnTo>
                  <a:cubicBezTo>
                    <a:pt x="4293" y="9785"/>
                    <a:pt x="4154" y="9645"/>
                    <a:pt x="4154" y="9478"/>
                  </a:cubicBezTo>
                  <a:lnTo>
                    <a:pt x="4154" y="7053"/>
                  </a:lnTo>
                  <a:cubicBezTo>
                    <a:pt x="4154" y="6858"/>
                    <a:pt x="4015" y="6719"/>
                    <a:pt x="3847" y="6719"/>
                  </a:cubicBezTo>
                  <a:cubicBezTo>
                    <a:pt x="3652" y="6719"/>
                    <a:pt x="3513" y="6579"/>
                    <a:pt x="3513" y="6412"/>
                  </a:cubicBezTo>
                  <a:lnTo>
                    <a:pt x="3513" y="4851"/>
                  </a:lnTo>
                  <a:lnTo>
                    <a:pt x="3513" y="4600"/>
                  </a:lnTo>
                  <a:cubicBezTo>
                    <a:pt x="3513" y="3875"/>
                    <a:pt x="4043" y="3234"/>
                    <a:pt x="4739" y="3095"/>
                  </a:cubicBezTo>
                  <a:lnTo>
                    <a:pt x="4739" y="5185"/>
                  </a:lnTo>
                  <a:cubicBezTo>
                    <a:pt x="4739" y="5381"/>
                    <a:pt x="4879" y="5520"/>
                    <a:pt x="5046" y="5520"/>
                  </a:cubicBezTo>
                  <a:cubicBezTo>
                    <a:pt x="5241" y="5520"/>
                    <a:pt x="5381" y="5381"/>
                    <a:pt x="5381" y="5185"/>
                  </a:cubicBezTo>
                  <a:lnTo>
                    <a:pt x="5381" y="3095"/>
                  </a:lnTo>
                  <a:close/>
                  <a:moveTo>
                    <a:pt x="5130" y="1"/>
                  </a:moveTo>
                  <a:cubicBezTo>
                    <a:pt x="4293" y="1"/>
                    <a:pt x="3624" y="670"/>
                    <a:pt x="3624" y="1506"/>
                  </a:cubicBezTo>
                  <a:cubicBezTo>
                    <a:pt x="3624" y="1952"/>
                    <a:pt x="3847" y="2370"/>
                    <a:pt x="4154" y="2649"/>
                  </a:cubicBezTo>
                  <a:cubicBezTo>
                    <a:pt x="3736" y="2872"/>
                    <a:pt x="3373" y="3234"/>
                    <a:pt x="3206" y="3652"/>
                  </a:cubicBezTo>
                  <a:cubicBezTo>
                    <a:pt x="3067" y="3485"/>
                    <a:pt x="2900" y="3346"/>
                    <a:pt x="2677" y="3234"/>
                  </a:cubicBezTo>
                  <a:cubicBezTo>
                    <a:pt x="2900" y="3039"/>
                    <a:pt x="3039" y="2732"/>
                    <a:pt x="3039" y="2398"/>
                  </a:cubicBezTo>
                  <a:cubicBezTo>
                    <a:pt x="3039" y="1757"/>
                    <a:pt x="2481" y="1199"/>
                    <a:pt x="1812" y="1199"/>
                  </a:cubicBezTo>
                  <a:cubicBezTo>
                    <a:pt x="1143" y="1199"/>
                    <a:pt x="586" y="1757"/>
                    <a:pt x="586" y="2398"/>
                  </a:cubicBezTo>
                  <a:cubicBezTo>
                    <a:pt x="586" y="2732"/>
                    <a:pt x="725" y="3039"/>
                    <a:pt x="948" y="3234"/>
                  </a:cubicBezTo>
                  <a:cubicBezTo>
                    <a:pt x="391" y="3569"/>
                    <a:pt x="1" y="4154"/>
                    <a:pt x="1" y="4851"/>
                  </a:cubicBezTo>
                  <a:lnTo>
                    <a:pt x="1" y="6412"/>
                  </a:lnTo>
                  <a:cubicBezTo>
                    <a:pt x="1" y="6802"/>
                    <a:pt x="251" y="7137"/>
                    <a:pt x="586" y="7276"/>
                  </a:cubicBezTo>
                  <a:lnTo>
                    <a:pt x="586" y="8865"/>
                  </a:lnTo>
                  <a:cubicBezTo>
                    <a:pt x="586" y="9339"/>
                    <a:pt x="1004" y="9757"/>
                    <a:pt x="1506" y="9757"/>
                  </a:cubicBezTo>
                  <a:lnTo>
                    <a:pt x="2091" y="9757"/>
                  </a:lnTo>
                  <a:cubicBezTo>
                    <a:pt x="2593" y="9757"/>
                    <a:pt x="3011" y="9339"/>
                    <a:pt x="3011" y="8865"/>
                  </a:cubicBezTo>
                  <a:lnTo>
                    <a:pt x="3011" y="7276"/>
                  </a:lnTo>
                  <a:cubicBezTo>
                    <a:pt x="3095" y="7248"/>
                    <a:pt x="3206" y="7192"/>
                    <a:pt x="3318" y="7109"/>
                  </a:cubicBezTo>
                  <a:cubicBezTo>
                    <a:pt x="3429" y="7192"/>
                    <a:pt x="3485" y="7248"/>
                    <a:pt x="3624" y="7276"/>
                  </a:cubicBezTo>
                  <a:lnTo>
                    <a:pt x="3624" y="9450"/>
                  </a:lnTo>
                  <a:cubicBezTo>
                    <a:pt x="3624" y="9924"/>
                    <a:pt x="4043" y="10342"/>
                    <a:pt x="4544" y="10342"/>
                  </a:cubicBezTo>
                  <a:lnTo>
                    <a:pt x="5799" y="10342"/>
                  </a:lnTo>
                  <a:cubicBezTo>
                    <a:pt x="6273" y="10342"/>
                    <a:pt x="6691" y="9924"/>
                    <a:pt x="6691" y="9450"/>
                  </a:cubicBezTo>
                  <a:lnTo>
                    <a:pt x="6691" y="7276"/>
                  </a:lnTo>
                  <a:cubicBezTo>
                    <a:pt x="6802" y="7248"/>
                    <a:pt x="6914" y="7192"/>
                    <a:pt x="6997" y="7109"/>
                  </a:cubicBezTo>
                  <a:cubicBezTo>
                    <a:pt x="7109" y="7192"/>
                    <a:pt x="7192" y="7248"/>
                    <a:pt x="7332" y="7276"/>
                  </a:cubicBezTo>
                  <a:lnTo>
                    <a:pt x="7332" y="8865"/>
                  </a:lnTo>
                  <a:cubicBezTo>
                    <a:pt x="7332" y="9339"/>
                    <a:pt x="7750" y="9757"/>
                    <a:pt x="8224" y="9757"/>
                  </a:cubicBezTo>
                  <a:lnTo>
                    <a:pt x="8809" y="9757"/>
                  </a:lnTo>
                  <a:cubicBezTo>
                    <a:pt x="9311" y="9757"/>
                    <a:pt x="9729" y="9339"/>
                    <a:pt x="9729" y="8865"/>
                  </a:cubicBezTo>
                  <a:lnTo>
                    <a:pt x="9729" y="7276"/>
                  </a:lnTo>
                  <a:cubicBezTo>
                    <a:pt x="10064" y="7137"/>
                    <a:pt x="10314" y="6830"/>
                    <a:pt x="10314" y="6412"/>
                  </a:cubicBezTo>
                  <a:lnTo>
                    <a:pt x="10314" y="4851"/>
                  </a:lnTo>
                  <a:cubicBezTo>
                    <a:pt x="10287" y="4210"/>
                    <a:pt x="9896" y="3596"/>
                    <a:pt x="9339" y="3318"/>
                  </a:cubicBezTo>
                  <a:cubicBezTo>
                    <a:pt x="9562" y="3095"/>
                    <a:pt x="9701" y="2788"/>
                    <a:pt x="9701" y="2481"/>
                  </a:cubicBezTo>
                  <a:cubicBezTo>
                    <a:pt x="9701" y="1812"/>
                    <a:pt x="9144" y="1255"/>
                    <a:pt x="8475" y="1255"/>
                  </a:cubicBezTo>
                  <a:cubicBezTo>
                    <a:pt x="7806" y="1255"/>
                    <a:pt x="7248" y="1812"/>
                    <a:pt x="7248" y="2481"/>
                  </a:cubicBezTo>
                  <a:cubicBezTo>
                    <a:pt x="7248" y="2788"/>
                    <a:pt x="7388" y="3095"/>
                    <a:pt x="7611" y="3318"/>
                  </a:cubicBezTo>
                  <a:cubicBezTo>
                    <a:pt x="7388" y="3429"/>
                    <a:pt x="7220" y="3569"/>
                    <a:pt x="7081" y="3736"/>
                  </a:cubicBezTo>
                  <a:cubicBezTo>
                    <a:pt x="6969" y="3485"/>
                    <a:pt x="6802" y="3290"/>
                    <a:pt x="6635" y="3067"/>
                  </a:cubicBezTo>
                  <a:cubicBezTo>
                    <a:pt x="6496" y="2927"/>
                    <a:pt x="6300" y="2788"/>
                    <a:pt x="6105" y="2677"/>
                  </a:cubicBezTo>
                  <a:cubicBezTo>
                    <a:pt x="6440" y="2370"/>
                    <a:pt x="6663" y="1952"/>
                    <a:pt x="6663" y="1534"/>
                  </a:cubicBezTo>
                  <a:cubicBezTo>
                    <a:pt x="6663" y="1116"/>
                    <a:pt x="6496" y="725"/>
                    <a:pt x="6217" y="447"/>
                  </a:cubicBezTo>
                  <a:cubicBezTo>
                    <a:pt x="5938" y="168"/>
                    <a:pt x="5520" y="1"/>
                    <a:pt x="5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45" name="Google Shape;10882;p84">
            <a:extLst>
              <a:ext uri="{FF2B5EF4-FFF2-40B4-BE49-F238E27FC236}">
                <a16:creationId xmlns:a16="http://schemas.microsoft.com/office/drawing/2014/main" id="{219F9153-E548-AFBE-7D23-9605730AC594}"/>
              </a:ext>
            </a:extLst>
          </p:cNvPr>
          <p:cNvGrpSpPr/>
          <p:nvPr/>
        </p:nvGrpSpPr>
        <p:grpSpPr>
          <a:xfrm>
            <a:off x="1706978" y="3785814"/>
            <a:ext cx="344622" cy="396976"/>
            <a:chOff x="6410063" y="4135124"/>
            <a:chExt cx="159950" cy="364516"/>
          </a:xfrm>
          <a:solidFill>
            <a:schemeClr val="accent1">
              <a:lumMod val="75000"/>
            </a:schemeClr>
          </a:solidFill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grpSpPr>
        <p:sp>
          <p:nvSpPr>
            <p:cNvPr id="46" name="Google Shape;10883;p84">
              <a:extLst>
                <a:ext uri="{FF2B5EF4-FFF2-40B4-BE49-F238E27FC236}">
                  <a16:creationId xmlns:a16="http://schemas.microsoft.com/office/drawing/2014/main" id="{5AD37FBB-8A12-EAAB-CFB9-9B340EAC7EC2}"/>
                </a:ext>
              </a:extLst>
            </p:cNvPr>
            <p:cNvSpPr/>
            <p:nvPr/>
          </p:nvSpPr>
          <p:spPr>
            <a:xfrm>
              <a:off x="6493991" y="4299202"/>
              <a:ext cx="36328" cy="200438"/>
            </a:xfrm>
            <a:custGeom>
              <a:avLst/>
              <a:gdLst/>
              <a:ahLst/>
              <a:cxnLst/>
              <a:rect l="l" t="t" r="r" b="b"/>
              <a:pathLst>
                <a:path w="1144" h="6312" extrusionOk="0">
                  <a:moveTo>
                    <a:pt x="965" y="1"/>
                  </a:moveTo>
                  <a:cubicBezTo>
                    <a:pt x="882" y="1"/>
                    <a:pt x="810" y="72"/>
                    <a:pt x="810" y="168"/>
                  </a:cubicBezTo>
                  <a:lnTo>
                    <a:pt x="810" y="5716"/>
                  </a:lnTo>
                  <a:cubicBezTo>
                    <a:pt x="810" y="5847"/>
                    <a:pt x="703" y="5954"/>
                    <a:pt x="584" y="5966"/>
                  </a:cubicBezTo>
                  <a:cubicBezTo>
                    <a:pt x="453" y="5966"/>
                    <a:pt x="334" y="5859"/>
                    <a:pt x="334" y="5728"/>
                  </a:cubicBezTo>
                  <a:lnTo>
                    <a:pt x="334" y="4656"/>
                  </a:lnTo>
                  <a:cubicBezTo>
                    <a:pt x="334" y="4573"/>
                    <a:pt x="251" y="4490"/>
                    <a:pt x="167" y="4490"/>
                  </a:cubicBezTo>
                  <a:cubicBezTo>
                    <a:pt x="72" y="4490"/>
                    <a:pt x="1" y="4573"/>
                    <a:pt x="1" y="4656"/>
                  </a:cubicBezTo>
                  <a:lnTo>
                    <a:pt x="1" y="5728"/>
                  </a:lnTo>
                  <a:cubicBezTo>
                    <a:pt x="1" y="5966"/>
                    <a:pt x="167" y="6192"/>
                    <a:pt x="394" y="6276"/>
                  </a:cubicBezTo>
                  <a:cubicBezTo>
                    <a:pt x="453" y="6299"/>
                    <a:pt x="525" y="6311"/>
                    <a:pt x="596" y="6311"/>
                  </a:cubicBezTo>
                  <a:cubicBezTo>
                    <a:pt x="906" y="6299"/>
                    <a:pt x="1144" y="6037"/>
                    <a:pt x="1144" y="5728"/>
                  </a:cubicBezTo>
                  <a:lnTo>
                    <a:pt x="1144" y="180"/>
                  </a:lnTo>
                  <a:cubicBezTo>
                    <a:pt x="1144" y="72"/>
                    <a:pt x="1072" y="1"/>
                    <a:pt x="9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884;p84">
              <a:extLst>
                <a:ext uri="{FF2B5EF4-FFF2-40B4-BE49-F238E27FC236}">
                  <a16:creationId xmlns:a16="http://schemas.microsoft.com/office/drawing/2014/main" id="{5160C1F4-BA39-7CE3-802B-3D13C3DA499F}"/>
                </a:ext>
              </a:extLst>
            </p:cNvPr>
            <p:cNvSpPr/>
            <p:nvPr/>
          </p:nvSpPr>
          <p:spPr>
            <a:xfrm>
              <a:off x="6454297" y="4135124"/>
              <a:ext cx="71099" cy="71131"/>
            </a:xfrm>
            <a:custGeom>
              <a:avLst/>
              <a:gdLst/>
              <a:ahLst/>
              <a:cxnLst/>
              <a:rect l="l" t="t" r="r" b="b"/>
              <a:pathLst>
                <a:path w="2239" h="2240" extrusionOk="0">
                  <a:moveTo>
                    <a:pt x="1120" y="346"/>
                  </a:moveTo>
                  <a:cubicBezTo>
                    <a:pt x="1548" y="346"/>
                    <a:pt x="1894" y="679"/>
                    <a:pt x="1894" y="1120"/>
                  </a:cubicBezTo>
                  <a:cubicBezTo>
                    <a:pt x="1894" y="1548"/>
                    <a:pt x="1548" y="1894"/>
                    <a:pt x="1120" y="1894"/>
                  </a:cubicBezTo>
                  <a:cubicBezTo>
                    <a:pt x="691" y="1894"/>
                    <a:pt x="346" y="1548"/>
                    <a:pt x="346" y="1120"/>
                  </a:cubicBezTo>
                  <a:cubicBezTo>
                    <a:pt x="346" y="679"/>
                    <a:pt x="691" y="346"/>
                    <a:pt x="1120" y="346"/>
                  </a:cubicBezTo>
                  <a:close/>
                  <a:moveTo>
                    <a:pt x="1120" y="1"/>
                  </a:moveTo>
                  <a:cubicBezTo>
                    <a:pt x="513" y="1"/>
                    <a:pt x="1" y="513"/>
                    <a:pt x="1" y="1120"/>
                  </a:cubicBezTo>
                  <a:cubicBezTo>
                    <a:pt x="1" y="1727"/>
                    <a:pt x="513" y="2239"/>
                    <a:pt x="1120" y="2239"/>
                  </a:cubicBezTo>
                  <a:cubicBezTo>
                    <a:pt x="1727" y="2239"/>
                    <a:pt x="2239" y="1727"/>
                    <a:pt x="2239" y="1120"/>
                  </a:cubicBezTo>
                  <a:cubicBezTo>
                    <a:pt x="2239" y="513"/>
                    <a:pt x="1727" y="1"/>
                    <a:pt x="1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885;p84">
              <a:extLst>
                <a:ext uri="{FF2B5EF4-FFF2-40B4-BE49-F238E27FC236}">
                  <a16:creationId xmlns:a16="http://schemas.microsoft.com/office/drawing/2014/main" id="{54AB6221-FEC2-9E37-E18C-1C22C2E2F331}"/>
                </a:ext>
              </a:extLst>
            </p:cNvPr>
            <p:cNvSpPr/>
            <p:nvPr/>
          </p:nvSpPr>
          <p:spPr>
            <a:xfrm>
              <a:off x="6410063" y="4252712"/>
              <a:ext cx="94566" cy="246927"/>
            </a:xfrm>
            <a:custGeom>
              <a:avLst/>
              <a:gdLst/>
              <a:ahLst/>
              <a:cxnLst/>
              <a:rect l="l" t="t" r="r" b="b"/>
              <a:pathLst>
                <a:path w="2978" h="7776" extrusionOk="0">
                  <a:moveTo>
                    <a:pt x="1191" y="0"/>
                  </a:moveTo>
                  <a:cubicBezTo>
                    <a:pt x="977" y="0"/>
                    <a:pt x="798" y="179"/>
                    <a:pt x="798" y="393"/>
                  </a:cubicBezTo>
                  <a:lnTo>
                    <a:pt x="798" y="2894"/>
                  </a:lnTo>
                  <a:cubicBezTo>
                    <a:pt x="798" y="3025"/>
                    <a:pt x="691" y="3132"/>
                    <a:pt x="560" y="3132"/>
                  </a:cubicBezTo>
                  <a:cubicBezTo>
                    <a:pt x="429" y="3132"/>
                    <a:pt x="322" y="3025"/>
                    <a:pt x="322" y="2894"/>
                  </a:cubicBezTo>
                  <a:lnTo>
                    <a:pt x="322" y="2275"/>
                  </a:lnTo>
                  <a:cubicBezTo>
                    <a:pt x="322" y="2191"/>
                    <a:pt x="251" y="2120"/>
                    <a:pt x="155" y="2120"/>
                  </a:cubicBezTo>
                  <a:cubicBezTo>
                    <a:pt x="72" y="2120"/>
                    <a:pt x="1" y="2191"/>
                    <a:pt x="1" y="2275"/>
                  </a:cubicBezTo>
                  <a:lnTo>
                    <a:pt x="1" y="2894"/>
                  </a:lnTo>
                  <a:cubicBezTo>
                    <a:pt x="1" y="3203"/>
                    <a:pt x="251" y="3465"/>
                    <a:pt x="572" y="3465"/>
                  </a:cubicBezTo>
                  <a:cubicBezTo>
                    <a:pt x="894" y="3465"/>
                    <a:pt x="1156" y="3215"/>
                    <a:pt x="1156" y="2894"/>
                  </a:cubicBezTo>
                  <a:lnTo>
                    <a:pt x="1156" y="393"/>
                  </a:lnTo>
                  <a:cubicBezTo>
                    <a:pt x="1156" y="358"/>
                    <a:pt x="1191" y="334"/>
                    <a:pt x="1215" y="334"/>
                  </a:cubicBezTo>
                  <a:cubicBezTo>
                    <a:pt x="1251" y="334"/>
                    <a:pt x="1275" y="358"/>
                    <a:pt x="1275" y="393"/>
                  </a:cubicBezTo>
                  <a:lnTo>
                    <a:pt x="1275" y="7192"/>
                  </a:lnTo>
                  <a:cubicBezTo>
                    <a:pt x="1275" y="7501"/>
                    <a:pt x="1525" y="7775"/>
                    <a:pt x="1858" y="7775"/>
                  </a:cubicBezTo>
                  <a:cubicBezTo>
                    <a:pt x="2168" y="7775"/>
                    <a:pt x="2441" y="7513"/>
                    <a:pt x="2441" y="7192"/>
                  </a:cubicBezTo>
                  <a:lnTo>
                    <a:pt x="2441" y="4251"/>
                  </a:lnTo>
                  <a:cubicBezTo>
                    <a:pt x="2441" y="4168"/>
                    <a:pt x="2501" y="4132"/>
                    <a:pt x="2560" y="4132"/>
                  </a:cubicBezTo>
                  <a:cubicBezTo>
                    <a:pt x="2632" y="4132"/>
                    <a:pt x="2680" y="4191"/>
                    <a:pt x="2680" y="4251"/>
                  </a:cubicBezTo>
                  <a:lnTo>
                    <a:pt x="2644" y="5442"/>
                  </a:lnTo>
                  <a:cubicBezTo>
                    <a:pt x="2644" y="5525"/>
                    <a:pt x="2715" y="5596"/>
                    <a:pt x="2810" y="5596"/>
                  </a:cubicBezTo>
                  <a:cubicBezTo>
                    <a:pt x="2894" y="5596"/>
                    <a:pt x="2977" y="5525"/>
                    <a:pt x="2977" y="5442"/>
                  </a:cubicBezTo>
                  <a:lnTo>
                    <a:pt x="2977" y="4251"/>
                  </a:lnTo>
                  <a:cubicBezTo>
                    <a:pt x="2977" y="3989"/>
                    <a:pt x="2763" y="3787"/>
                    <a:pt x="2513" y="3787"/>
                  </a:cubicBezTo>
                  <a:cubicBezTo>
                    <a:pt x="2263" y="3787"/>
                    <a:pt x="2048" y="3989"/>
                    <a:pt x="2048" y="4251"/>
                  </a:cubicBezTo>
                  <a:lnTo>
                    <a:pt x="2048" y="7192"/>
                  </a:lnTo>
                  <a:cubicBezTo>
                    <a:pt x="2048" y="7323"/>
                    <a:pt x="1941" y="7430"/>
                    <a:pt x="1810" y="7430"/>
                  </a:cubicBezTo>
                  <a:cubicBezTo>
                    <a:pt x="1679" y="7430"/>
                    <a:pt x="1572" y="7323"/>
                    <a:pt x="1572" y="7192"/>
                  </a:cubicBezTo>
                  <a:lnTo>
                    <a:pt x="1572" y="393"/>
                  </a:lnTo>
                  <a:cubicBezTo>
                    <a:pt x="1572" y="179"/>
                    <a:pt x="1394" y="0"/>
                    <a:pt x="1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886;p84">
              <a:extLst>
                <a:ext uri="{FF2B5EF4-FFF2-40B4-BE49-F238E27FC236}">
                  <a16:creationId xmlns:a16="http://schemas.microsoft.com/office/drawing/2014/main" id="{AB2D00F4-EBC0-718C-31E6-91CCB6CDBCE0}"/>
                </a:ext>
              </a:extLst>
            </p:cNvPr>
            <p:cNvSpPr/>
            <p:nvPr/>
          </p:nvSpPr>
          <p:spPr>
            <a:xfrm>
              <a:off x="6410063" y="4212638"/>
              <a:ext cx="159950" cy="150519"/>
            </a:xfrm>
            <a:custGeom>
              <a:avLst/>
              <a:gdLst/>
              <a:ahLst/>
              <a:cxnLst/>
              <a:rect l="l" t="t" r="r" b="b"/>
              <a:pathLst>
                <a:path w="5037" h="4740" extrusionOk="0">
                  <a:moveTo>
                    <a:pt x="1429" y="0"/>
                  </a:moveTo>
                  <a:cubicBezTo>
                    <a:pt x="632" y="0"/>
                    <a:pt x="1" y="643"/>
                    <a:pt x="1" y="1429"/>
                  </a:cubicBezTo>
                  <a:lnTo>
                    <a:pt x="1" y="2858"/>
                  </a:lnTo>
                  <a:cubicBezTo>
                    <a:pt x="1" y="2953"/>
                    <a:pt x="72" y="3025"/>
                    <a:pt x="155" y="3025"/>
                  </a:cubicBezTo>
                  <a:cubicBezTo>
                    <a:pt x="251" y="3025"/>
                    <a:pt x="322" y="2953"/>
                    <a:pt x="322" y="2858"/>
                  </a:cubicBezTo>
                  <a:lnTo>
                    <a:pt x="322" y="1429"/>
                  </a:lnTo>
                  <a:cubicBezTo>
                    <a:pt x="322" y="822"/>
                    <a:pt x="810" y="334"/>
                    <a:pt x="1429" y="334"/>
                  </a:cubicBezTo>
                  <a:lnTo>
                    <a:pt x="3608" y="334"/>
                  </a:lnTo>
                  <a:cubicBezTo>
                    <a:pt x="4227" y="334"/>
                    <a:pt x="4715" y="822"/>
                    <a:pt x="4715" y="1429"/>
                  </a:cubicBezTo>
                  <a:lnTo>
                    <a:pt x="4715" y="4144"/>
                  </a:lnTo>
                  <a:cubicBezTo>
                    <a:pt x="4715" y="4275"/>
                    <a:pt x="4608" y="4382"/>
                    <a:pt x="4489" y="4394"/>
                  </a:cubicBezTo>
                  <a:cubicBezTo>
                    <a:pt x="4358" y="4394"/>
                    <a:pt x="4239" y="4287"/>
                    <a:pt x="4239" y="4156"/>
                  </a:cubicBezTo>
                  <a:lnTo>
                    <a:pt x="4239" y="1655"/>
                  </a:lnTo>
                  <a:cubicBezTo>
                    <a:pt x="4239" y="1441"/>
                    <a:pt x="4061" y="1262"/>
                    <a:pt x="3846" y="1262"/>
                  </a:cubicBezTo>
                  <a:cubicBezTo>
                    <a:pt x="3644" y="1262"/>
                    <a:pt x="3465" y="1441"/>
                    <a:pt x="3465" y="1655"/>
                  </a:cubicBezTo>
                  <a:lnTo>
                    <a:pt x="3465" y="2239"/>
                  </a:lnTo>
                  <a:cubicBezTo>
                    <a:pt x="3465" y="2322"/>
                    <a:pt x="3537" y="2394"/>
                    <a:pt x="3632" y="2394"/>
                  </a:cubicBezTo>
                  <a:cubicBezTo>
                    <a:pt x="3715" y="2394"/>
                    <a:pt x="3787" y="2322"/>
                    <a:pt x="3787" y="2239"/>
                  </a:cubicBezTo>
                  <a:lnTo>
                    <a:pt x="3787" y="1655"/>
                  </a:lnTo>
                  <a:cubicBezTo>
                    <a:pt x="3787" y="1620"/>
                    <a:pt x="3814" y="1602"/>
                    <a:pt x="3840" y="1602"/>
                  </a:cubicBezTo>
                  <a:cubicBezTo>
                    <a:pt x="3867" y="1602"/>
                    <a:pt x="3894" y="1620"/>
                    <a:pt x="3894" y="1655"/>
                  </a:cubicBezTo>
                  <a:lnTo>
                    <a:pt x="3894" y="4156"/>
                  </a:lnTo>
                  <a:cubicBezTo>
                    <a:pt x="3894" y="4382"/>
                    <a:pt x="4049" y="4596"/>
                    <a:pt x="4251" y="4691"/>
                  </a:cubicBezTo>
                  <a:cubicBezTo>
                    <a:pt x="4323" y="4715"/>
                    <a:pt x="4406" y="4739"/>
                    <a:pt x="4489" y="4739"/>
                  </a:cubicBezTo>
                  <a:cubicBezTo>
                    <a:pt x="4799" y="4715"/>
                    <a:pt x="5037" y="4465"/>
                    <a:pt x="5037" y="4156"/>
                  </a:cubicBezTo>
                  <a:lnTo>
                    <a:pt x="5037" y="1429"/>
                  </a:lnTo>
                  <a:cubicBezTo>
                    <a:pt x="5037" y="643"/>
                    <a:pt x="4406" y="0"/>
                    <a:pt x="36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" name="Google Shape;11313;p85">
            <a:extLst>
              <a:ext uri="{FF2B5EF4-FFF2-40B4-BE49-F238E27FC236}">
                <a16:creationId xmlns:a16="http://schemas.microsoft.com/office/drawing/2014/main" id="{BB5EA0D3-B8A9-4B8F-4E51-E9ECE4AF2E5B}"/>
              </a:ext>
            </a:extLst>
          </p:cNvPr>
          <p:cNvGrpSpPr/>
          <p:nvPr/>
        </p:nvGrpSpPr>
        <p:grpSpPr>
          <a:xfrm>
            <a:off x="2813247" y="5765387"/>
            <a:ext cx="355024" cy="302391"/>
            <a:chOff x="2623237" y="2431047"/>
            <a:chExt cx="355024" cy="332630"/>
          </a:xfrm>
          <a:solidFill>
            <a:schemeClr val="accent3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1" name="Google Shape;11314;p85">
              <a:extLst>
                <a:ext uri="{FF2B5EF4-FFF2-40B4-BE49-F238E27FC236}">
                  <a16:creationId xmlns:a16="http://schemas.microsoft.com/office/drawing/2014/main" id="{76DE374D-DBDE-795B-D75D-53EDDA23C8D2}"/>
                </a:ext>
              </a:extLst>
            </p:cNvPr>
            <p:cNvSpPr/>
            <p:nvPr/>
          </p:nvSpPr>
          <p:spPr>
            <a:xfrm>
              <a:off x="2655856" y="2604370"/>
              <a:ext cx="48579" cy="64506"/>
            </a:xfrm>
            <a:custGeom>
              <a:avLst/>
              <a:gdLst/>
              <a:ahLst/>
              <a:cxnLst/>
              <a:rect l="l" t="t" r="r" b="b"/>
              <a:pathLst>
                <a:path w="1525" h="2025" extrusionOk="0">
                  <a:moveTo>
                    <a:pt x="762" y="346"/>
                  </a:moveTo>
                  <a:cubicBezTo>
                    <a:pt x="1000" y="346"/>
                    <a:pt x="1191" y="536"/>
                    <a:pt x="1191" y="774"/>
                  </a:cubicBezTo>
                  <a:lnTo>
                    <a:pt x="1191" y="1715"/>
                  </a:lnTo>
                  <a:lnTo>
                    <a:pt x="345" y="1715"/>
                  </a:lnTo>
                  <a:lnTo>
                    <a:pt x="345" y="774"/>
                  </a:lnTo>
                  <a:lnTo>
                    <a:pt x="334" y="774"/>
                  </a:lnTo>
                  <a:cubicBezTo>
                    <a:pt x="334" y="536"/>
                    <a:pt x="524" y="346"/>
                    <a:pt x="762" y="346"/>
                  </a:cubicBezTo>
                  <a:close/>
                  <a:moveTo>
                    <a:pt x="762" y="0"/>
                  </a:moveTo>
                  <a:cubicBezTo>
                    <a:pt x="345" y="0"/>
                    <a:pt x="0" y="346"/>
                    <a:pt x="0" y="762"/>
                  </a:cubicBezTo>
                  <a:lnTo>
                    <a:pt x="0" y="1858"/>
                  </a:lnTo>
                  <a:cubicBezTo>
                    <a:pt x="0" y="1953"/>
                    <a:pt x="72" y="2024"/>
                    <a:pt x="167" y="2024"/>
                  </a:cubicBezTo>
                  <a:lnTo>
                    <a:pt x="1357" y="2024"/>
                  </a:lnTo>
                  <a:cubicBezTo>
                    <a:pt x="1441" y="2024"/>
                    <a:pt x="1524" y="1953"/>
                    <a:pt x="1524" y="1858"/>
                  </a:cubicBezTo>
                  <a:lnTo>
                    <a:pt x="1524" y="762"/>
                  </a:lnTo>
                  <a:cubicBezTo>
                    <a:pt x="1524" y="346"/>
                    <a:pt x="1179" y="0"/>
                    <a:pt x="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1315;p85">
              <a:extLst>
                <a:ext uri="{FF2B5EF4-FFF2-40B4-BE49-F238E27FC236}">
                  <a16:creationId xmlns:a16="http://schemas.microsoft.com/office/drawing/2014/main" id="{F5FD09C3-7F92-0235-7D55-EA24EC004C0B}"/>
                </a:ext>
              </a:extLst>
            </p:cNvPr>
            <p:cNvSpPr/>
            <p:nvPr/>
          </p:nvSpPr>
          <p:spPr>
            <a:xfrm>
              <a:off x="2623237" y="2431047"/>
              <a:ext cx="355024" cy="332630"/>
            </a:xfrm>
            <a:custGeom>
              <a:avLst/>
              <a:gdLst/>
              <a:ahLst/>
              <a:cxnLst/>
              <a:rect l="l" t="t" r="r" b="b"/>
              <a:pathLst>
                <a:path w="11145" h="10442" extrusionOk="0">
                  <a:moveTo>
                    <a:pt x="8692" y="2608"/>
                  </a:moveTo>
                  <a:cubicBezTo>
                    <a:pt x="8716" y="2608"/>
                    <a:pt x="8751" y="2643"/>
                    <a:pt x="8751" y="2667"/>
                  </a:cubicBezTo>
                  <a:lnTo>
                    <a:pt x="8751" y="3024"/>
                  </a:lnTo>
                  <a:cubicBezTo>
                    <a:pt x="8751" y="3060"/>
                    <a:pt x="8716" y="3084"/>
                    <a:pt x="8692" y="3084"/>
                  </a:cubicBezTo>
                  <a:lnTo>
                    <a:pt x="2453" y="3084"/>
                  </a:lnTo>
                  <a:cubicBezTo>
                    <a:pt x="2441" y="3084"/>
                    <a:pt x="2405" y="3060"/>
                    <a:pt x="2405" y="3024"/>
                  </a:cubicBezTo>
                  <a:lnTo>
                    <a:pt x="2405" y="2667"/>
                  </a:lnTo>
                  <a:cubicBezTo>
                    <a:pt x="2405" y="2643"/>
                    <a:pt x="2441" y="2608"/>
                    <a:pt x="2465" y="2608"/>
                  </a:cubicBezTo>
                  <a:close/>
                  <a:moveTo>
                    <a:pt x="8096" y="3405"/>
                  </a:moveTo>
                  <a:lnTo>
                    <a:pt x="8096" y="3834"/>
                  </a:lnTo>
                  <a:lnTo>
                    <a:pt x="7977" y="3953"/>
                  </a:lnTo>
                  <a:lnTo>
                    <a:pt x="7227" y="3953"/>
                  </a:lnTo>
                  <a:lnTo>
                    <a:pt x="7108" y="3834"/>
                  </a:lnTo>
                  <a:lnTo>
                    <a:pt x="7108" y="3405"/>
                  </a:lnTo>
                  <a:close/>
                  <a:moveTo>
                    <a:pt x="4048" y="3417"/>
                  </a:moveTo>
                  <a:lnTo>
                    <a:pt x="4048" y="3846"/>
                  </a:lnTo>
                  <a:lnTo>
                    <a:pt x="3929" y="3965"/>
                  </a:lnTo>
                  <a:lnTo>
                    <a:pt x="3179" y="3965"/>
                  </a:lnTo>
                  <a:lnTo>
                    <a:pt x="3060" y="3846"/>
                  </a:lnTo>
                  <a:lnTo>
                    <a:pt x="3060" y="3417"/>
                  </a:lnTo>
                  <a:close/>
                  <a:moveTo>
                    <a:pt x="2739" y="3417"/>
                  </a:moveTo>
                  <a:lnTo>
                    <a:pt x="2739" y="3905"/>
                  </a:lnTo>
                  <a:cubicBezTo>
                    <a:pt x="2739" y="3953"/>
                    <a:pt x="2751" y="4001"/>
                    <a:pt x="2774" y="4025"/>
                  </a:cubicBezTo>
                  <a:lnTo>
                    <a:pt x="2941" y="4191"/>
                  </a:lnTo>
                  <a:lnTo>
                    <a:pt x="2941" y="4667"/>
                  </a:lnTo>
                  <a:lnTo>
                    <a:pt x="357" y="4667"/>
                  </a:lnTo>
                  <a:lnTo>
                    <a:pt x="476" y="3453"/>
                  </a:lnTo>
                  <a:cubicBezTo>
                    <a:pt x="476" y="3429"/>
                    <a:pt x="500" y="3417"/>
                    <a:pt x="536" y="3417"/>
                  </a:cubicBezTo>
                  <a:close/>
                  <a:moveTo>
                    <a:pt x="10621" y="3417"/>
                  </a:moveTo>
                  <a:cubicBezTo>
                    <a:pt x="10656" y="3417"/>
                    <a:pt x="10668" y="3429"/>
                    <a:pt x="10680" y="3453"/>
                  </a:cubicBezTo>
                  <a:lnTo>
                    <a:pt x="10799" y="4667"/>
                  </a:lnTo>
                  <a:lnTo>
                    <a:pt x="8204" y="4667"/>
                  </a:lnTo>
                  <a:lnTo>
                    <a:pt x="8204" y="4191"/>
                  </a:lnTo>
                  <a:lnTo>
                    <a:pt x="8382" y="4025"/>
                  </a:lnTo>
                  <a:cubicBezTo>
                    <a:pt x="8406" y="4001"/>
                    <a:pt x="8418" y="3953"/>
                    <a:pt x="8418" y="3905"/>
                  </a:cubicBezTo>
                  <a:lnTo>
                    <a:pt x="8418" y="3417"/>
                  </a:lnTo>
                  <a:close/>
                  <a:moveTo>
                    <a:pt x="3834" y="4298"/>
                  </a:moveTo>
                  <a:lnTo>
                    <a:pt x="3834" y="7644"/>
                  </a:lnTo>
                  <a:lnTo>
                    <a:pt x="3286" y="7644"/>
                  </a:lnTo>
                  <a:lnTo>
                    <a:pt x="3286" y="4298"/>
                  </a:lnTo>
                  <a:close/>
                  <a:moveTo>
                    <a:pt x="7870" y="4298"/>
                  </a:moveTo>
                  <a:lnTo>
                    <a:pt x="7870" y="7644"/>
                  </a:lnTo>
                  <a:lnTo>
                    <a:pt x="7323" y="7644"/>
                  </a:lnTo>
                  <a:lnTo>
                    <a:pt x="7323" y="4298"/>
                  </a:lnTo>
                  <a:close/>
                  <a:moveTo>
                    <a:pt x="5563" y="6230"/>
                  </a:moveTo>
                  <a:cubicBezTo>
                    <a:pt x="5617" y="6230"/>
                    <a:pt x="5674" y="6245"/>
                    <a:pt x="5727" y="6275"/>
                  </a:cubicBezTo>
                  <a:lnTo>
                    <a:pt x="6013" y="6465"/>
                  </a:lnTo>
                  <a:cubicBezTo>
                    <a:pt x="6084" y="6513"/>
                    <a:pt x="6132" y="6596"/>
                    <a:pt x="6132" y="6692"/>
                  </a:cubicBezTo>
                  <a:lnTo>
                    <a:pt x="6132" y="8525"/>
                  </a:lnTo>
                  <a:lnTo>
                    <a:pt x="5013" y="8525"/>
                  </a:lnTo>
                  <a:lnTo>
                    <a:pt x="5013" y="6692"/>
                  </a:lnTo>
                  <a:cubicBezTo>
                    <a:pt x="5013" y="6596"/>
                    <a:pt x="5060" y="6513"/>
                    <a:pt x="5132" y="6465"/>
                  </a:cubicBezTo>
                  <a:lnTo>
                    <a:pt x="5418" y="6275"/>
                  </a:lnTo>
                  <a:cubicBezTo>
                    <a:pt x="5459" y="6245"/>
                    <a:pt x="5510" y="6230"/>
                    <a:pt x="5563" y="6230"/>
                  </a:cubicBezTo>
                  <a:close/>
                  <a:moveTo>
                    <a:pt x="3929" y="7989"/>
                  </a:moveTo>
                  <a:lnTo>
                    <a:pt x="4048" y="8108"/>
                  </a:lnTo>
                  <a:lnTo>
                    <a:pt x="4048" y="8537"/>
                  </a:lnTo>
                  <a:lnTo>
                    <a:pt x="3060" y="8537"/>
                  </a:lnTo>
                  <a:lnTo>
                    <a:pt x="3060" y="8108"/>
                  </a:lnTo>
                  <a:lnTo>
                    <a:pt x="3179" y="7989"/>
                  </a:lnTo>
                  <a:close/>
                  <a:moveTo>
                    <a:pt x="7954" y="7989"/>
                  </a:moveTo>
                  <a:lnTo>
                    <a:pt x="8073" y="8108"/>
                  </a:lnTo>
                  <a:lnTo>
                    <a:pt x="8073" y="8537"/>
                  </a:lnTo>
                  <a:lnTo>
                    <a:pt x="7096" y="8537"/>
                  </a:lnTo>
                  <a:lnTo>
                    <a:pt x="7096" y="8525"/>
                  </a:lnTo>
                  <a:lnTo>
                    <a:pt x="7096" y="8108"/>
                  </a:lnTo>
                  <a:lnTo>
                    <a:pt x="7215" y="7989"/>
                  </a:lnTo>
                  <a:close/>
                  <a:moveTo>
                    <a:pt x="6787" y="3429"/>
                  </a:moveTo>
                  <a:lnTo>
                    <a:pt x="6787" y="3917"/>
                  </a:lnTo>
                  <a:cubicBezTo>
                    <a:pt x="6787" y="3965"/>
                    <a:pt x="6799" y="4013"/>
                    <a:pt x="6834" y="4036"/>
                  </a:cubicBezTo>
                  <a:lnTo>
                    <a:pt x="7013" y="4215"/>
                  </a:lnTo>
                  <a:lnTo>
                    <a:pt x="7013" y="7763"/>
                  </a:lnTo>
                  <a:lnTo>
                    <a:pt x="6834" y="7942"/>
                  </a:lnTo>
                  <a:cubicBezTo>
                    <a:pt x="6799" y="7966"/>
                    <a:pt x="6787" y="8013"/>
                    <a:pt x="6787" y="8061"/>
                  </a:cubicBezTo>
                  <a:lnTo>
                    <a:pt x="6787" y="8549"/>
                  </a:lnTo>
                  <a:lnTo>
                    <a:pt x="6477" y="8525"/>
                  </a:lnTo>
                  <a:lnTo>
                    <a:pt x="6477" y="6692"/>
                  </a:lnTo>
                  <a:cubicBezTo>
                    <a:pt x="6477" y="6501"/>
                    <a:pt x="6370" y="6299"/>
                    <a:pt x="6203" y="6180"/>
                  </a:cubicBezTo>
                  <a:lnTo>
                    <a:pt x="5918" y="5989"/>
                  </a:lnTo>
                  <a:cubicBezTo>
                    <a:pt x="5816" y="5924"/>
                    <a:pt x="5703" y="5891"/>
                    <a:pt x="5589" y="5891"/>
                  </a:cubicBezTo>
                  <a:cubicBezTo>
                    <a:pt x="5474" y="5891"/>
                    <a:pt x="5358" y="5924"/>
                    <a:pt x="5251" y="5989"/>
                  </a:cubicBezTo>
                  <a:lnTo>
                    <a:pt x="4965" y="6180"/>
                  </a:lnTo>
                  <a:cubicBezTo>
                    <a:pt x="4810" y="6299"/>
                    <a:pt x="4703" y="6477"/>
                    <a:pt x="4703" y="6692"/>
                  </a:cubicBezTo>
                  <a:lnTo>
                    <a:pt x="4703" y="8525"/>
                  </a:lnTo>
                  <a:lnTo>
                    <a:pt x="4394" y="8525"/>
                  </a:lnTo>
                  <a:lnTo>
                    <a:pt x="4394" y="8025"/>
                  </a:lnTo>
                  <a:cubicBezTo>
                    <a:pt x="4394" y="7989"/>
                    <a:pt x="4370" y="7942"/>
                    <a:pt x="4346" y="7906"/>
                  </a:cubicBezTo>
                  <a:lnTo>
                    <a:pt x="4167" y="7751"/>
                  </a:lnTo>
                  <a:lnTo>
                    <a:pt x="4167" y="4203"/>
                  </a:lnTo>
                  <a:lnTo>
                    <a:pt x="4346" y="4036"/>
                  </a:lnTo>
                  <a:cubicBezTo>
                    <a:pt x="4370" y="4013"/>
                    <a:pt x="4394" y="3965"/>
                    <a:pt x="4394" y="3917"/>
                  </a:cubicBezTo>
                  <a:lnTo>
                    <a:pt x="4394" y="3429"/>
                  </a:lnTo>
                  <a:close/>
                  <a:moveTo>
                    <a:pt x="8525" y="8847"/>
                  </a:moveTo>
                  <a:lnTo>
                    <a:pt x="8525" y="9311"/>
                  </a:lnTo>
                  <a:lnTo>
                    <a:pt x="2631" y="9311"/>
                  </a:lnTo>
                  <a:lnTo>
                    <a:pt x="2631" y="8847"/>
                  </a:lnTo>
                  <a:close/>
                  <a:moveTo>
                    <a:pt x="1858" y="9632"/>
                  </a:moveTo>
                  <a:lnTo>
                    <a:pt x="1858" y="10097"/>
                  </a:lnTo>
                  <a:lnTo>
                    <a:pt x="607" y="10097"/>
                  </a:lnTo>
                  <a:lnTo>
                    <a:pt x="607" y="9632"/>
                  </a:lnTo>
                  <a:close/>
                  <a:moveTo>
                    <a:pt x="8978" y="9632"/>
                  </a:moveTo>
                  <a:lnTo>
                    <a:pt x="8978" y="10097"/>
                  </a:lnTo>
                  <a:lnTo>
                    <a:pt x="2203" y="10097"/>
                  </a:lnTo>
                  <a:lnTo>
                    <a:pt x="2203" y="9632"/>
                  </a:lnTo>
                  <a:close/>
                  <a:moveTo>
                    <a:pt x="10549" y="9632"/>
                  </a:moveTo>
                  <a:lnTo>
                    <a:pt x="10549" y="10097"/>
                  </a:lnTo>
                  <a:lnTo>
                    <a:pt x="9299" y="10097"/>
                  </a:lnTo>
                  <a:lnTo>
                    <a:pt x="9299" y="9632"/>
                  </a:lnTo>
                  <a:close/>
                  <a:moveTo>
                    <a:pt x="5566" y="0"/>
                  </a:moveTo>
                  <a:cubicBezTo>
                    <a:pt x="5531" y="0"/>
                    <a:pt x="5495" y="12"/>
                    <a:pt x="5465" y="36"/>
                  </a:cubicBezTo>
                  <a:lnTo>
                    <a:pt x="4417" y="857"/>
                  </a:lnTo>
                  <a:cubicBezTo>
                    <a:pt x="4346" y="917"/>
                    <a:pt x="4334" y="1024"/>
                    <a:pt x="4394" y="1096"/>
                  </a:cubicBezTo>
                  <a:cubicBezTo>
                    <a:pt x="4427" y="1136"/>
                    <a:pt x="4473" y="1158"/>
                    <a:pt x="4521" y="1158"/>
                  </a:cubicBezTo>
                  <a:cubicBezTo>
                    <a:pt x="4557" y="1158"/>
                    <a:pt x="4596" y="1145"/>
                    <a:pt x="4632" y="1119"/>
                  </a:cubicBezTo>
                  <a:lnTo>
                    <a:pt x="5560" y="393"/>
                  </a:lnTo>
                  <a:lnTo>
                    <a:pt x="8025" y="2298"/>
                  </a:lnTo>
                  <a:lnTo>
                    <a:pt x="3143" y="2298"/>
                  </a:lnTo>
                  <a:lnTo>
                    <a:pt x="4036" y="1596"/>
                  </a:lnTo>
                  <a:cubicBezTo>
                    <a:pt x="4108" y="1536"/>
                    <a:pt x="4120" y="1441"/>
                    <a:pt x="4060" y="1358"/>
                  </a:cubicBezTo>
                  <a:cubicBezTo>
                    <a:pt x="4026" y="1317"/>
                    <a:pt x="3977" y="1296"/>
                    <a:pt x="3928" y="1296"/>
                  </a:cubicBezTo>
                  <a:cubicBezTo>
                    <a:pt x="3891" y="1296"/>
                    <a:pt x="3853" y="1308"/>
                    <a:pt x="3822" y="1334"/>
                  </a:cubicBezTo>
                  <a:lnTo>
                    <a:pt x="2584" y="2298"/>
                  </a:lnTo>
                  <a:lnTo>
                    <a:pt x="2453" y="2298"/>
                  </a:lnTo>
                  <a:cubicBezTo>
                    <a:pt x="2250" y="2298"/>
                    <a:pt x="2072" y="2477"/>
                    <a:pt x="2072" y="2691"/>
                  </a:cubicBezTo>
                  <a:lnTo>
                    <a:pt x="2072" y="3048"/>
                  </a:lnTo>
                  <a:lnTo>
                    <a:pt x="2072" y="3108"/>
                  </a:lnTo>
                  <a:lnTo>
                    <a:pt x="524" y="3108"/>
                  </a:lnTo>
                  <a:cubicBezTo>
                    <a:pt x="322" y="3108"/>
                    <a:pt x="167" y="3251"/>
                    <a:pt x="131" y="3441"/>
                  </a:cubicBezTo>
                  <a:lnTo>
                    <a:pt x="0" y="4834"/>
                  </a:lnTo>
                  <a:cubicBezTo>
                    <a:pt x="0" y="4870"/>
                    <a:pt x="12" y="4918"/>
                    <a:pt x="48" y="4953"/>
                  </a:cubicBezTo>
                  <a:cubicBezTo>
                    <a:pt x="72" y="4977"/>
                    <a:pt x="119" y="5013"/>
                    <a:pt x="167" y="5013"/>
                  </a:cubicBezTo>
                  <a:lnTo>
                    <a:pt x="262" y="5013"/>
                  </a:lnTo>
                  <a:lnTo>
                    <a:pt x="262" y="5822"/>
                  </a:lnTo>
                  <a:cubicBezTo>
                    <a:pt x="262" y="5918"/>
                    <a:pt x="345" y="5989"/>
                    <a:pt x="429" y="5989"/>
                  </a:cubicBezTo>
                  <a:cubicBezTo>
                    <a:pt x="524" y="5989"/>
                    <a:pt x="596" y="5918"/>
                    <a:pt x="596" y="5822"/>
                  </a:cubicBezTo>
                  <a:lnTo>
                    <a:pt x="596" y="5013"/>
                  </a:lnTo>
                  <a:lnTo>
                    <a:pt x="2965" y="5013"/>
                  </a:lnTo>
                  <a:lnTo>
                    <a:pt x="2965" y="7763"/>
                  </a:lnTo>
                  <a:lnTo>
                    <a:pt x="2798" y="7930"/>
                  </a:lnTo>
                  <a:cubicBezTo>
                    <a:pt x="2762" y="7954"/>
                    <a:pt x="2751" y="8001"/>
                    <a:pt x="2751" y="8049"/>
                  </a:cubicBezTo>
                  <a:lnTo>
                    <a:pt x="2751" y="8537"/>
                  </a:lnTo>
                  <a:lnTo>
                    <a:pt x="2489" y="8537"/>
                  </a:lnTo>
                  <a:cubicBezTo>
                    <a:pt x="2393" y="8537"/>
                    <a:pt x="2322" y="8608"/>
                    <a:pt x="2322" y="8704"/>
                  </a:cubicBezTo>
                  <a:lnTo>
                    <a:pt x="2322" y="9323"/>
                  </a:lnTo>
                  <a:lnTo>
                    <a:pt x="643" y="9323"/>
                  </a:lnTo>
                  <a:lnTo>
                    <a:pt x="643" y="6584"/>
                  </a:lnTo>
                  <a:cubicBezTo>
                    <a:pt x="643" y="6501"/>
                    <a:pt x="560" y="6418"/>
                    <a:pt x="476" y="6418"/>
                  </a:cubicBezTo>
                  <a:cubicBezTo>
                    <a:pt x="381" y="6418"/>
                    <a:pt x="310" y="6501"/>
                    <a:pt x="310" y="6584"/>
                  </a:cubicBezTo>
                  <a:lnTo>
                    <a:pt x="310" y="10275"/>
                  </a:lnTo>
                  <a:cubicBezTo>
                    <a:pt x="310" y="10371"/>
                    <a:pt x="381" y="10442"/>
                    <a:pt x="476" y="10442"/>
                  </a:cubicBezTo>
                  <a:lnTo>
                    <a:pt x="10740" y="10442"/>
                  </a:lnTo>
                  <a:cubicBezTo>
                    <a:pt x="10835" y="10442"/>
                    <a:pt x="10906" y="10371"/>
                    <a:pt x="10906" y="10275"/>
                  </a:cubicBezTo>
                  <a:lnTo>
                    <a:pt x="10906" y="8347"/>
                  </a:lnTo>
                  <a:cubicBezTo>
                    <a:pt x="10906" y="8251"/>
                    <a:pt x="10835" y="8180"/>
                    <a:pt x="10740" y="8180"/>
                  </a:cubicBezTo>
                  <a:cubicBezTo>
                    <a:pt x="10656" y="8180"/>
                    <a:pt x="10585" y="8251"/>
                    <a:pt x="10585" y="8347"/>
                  </a:cubicBezTo>
                  <a:lnTo>
                    <a:pt x="10585" y="9323"/>
                  </a:lnTo>
                  <a:lnTo>
                    <a:pt x="8894" y="9323"/>
                  </a:lnTo>
                  <a:lnTo>
                    <a:pt x="8894" y="8704"/>
                  </a:lnTo>
                  <a:cubicBezTo>
                    <a:pt x="8894" y="8608"/>
                    <a:pt x="8823" y="8537"/>
                    <a:pt x="8739" y="8537"/>
                  </a:cubicBezTo>
                  <a:lnTo>
                    <a:pt x="8466" y="8537"/>
                  </a:lnTo>
                  <a:lnTo>
                    <a:pt x="8466" y="8049"/>
                  </a:lnTo>
                  <a:cubicBezTo>
                    <a:pt x="8466" y="8001"/>
                    <a:pt x="8454" y="7954"/>
                    <a:pt x="8418" y="7930"/>
                  </a:cubicBezTo>
                  <a:lnTo>
                    <a:pt x="8239" y="7763"/>
                  </a:lnTo>
                  <a:lnTo>
                    <a:pt x="8239" y="5013"/>
                  </a:lnTo>
                  <a:lnTo>
                    <a:pt x="10549" y="5013"/>
                  </a:lnTo>
                  <a:lnTo>
                    <a:pt x="10549" y="7585"/>
                  </a:lnTo>
                  <a:cubicBezTo>
                    <a:pt x="10549" y="7668"/>
                    <a:pt x="10621" y="7751"/>
                    <a:pt x="10716" y="7751"/>
                  </a:cubicBezTo>
                  <a:cubicBezTo>
                    <a:pt x="10799" y="7751"/>
                    <a:pt x="10883" y="7668"/>
                    <a:pt x="10883" y="7585"/>
                  </a:cubicBezTo>
                  <a:lnTo>
                    <a:pt x="10883" y="5013"/>
                  </a:lnTo>
                  <a:lnTo>
                    <a:pt x="10978" y="5013"/>
                  </a:lnTo>
                  <a:cubicBezTo>
                    <a:pt x="11025" y="5013"/>
                    <a:pt x="11073" y="4989"/>
                    <a:pt x="11097" y="4953"/>
                  </a:cubicBezTo>
                  <a:cubicBezTo>
                    <a:pt x="11133" y="4906"/>
                    <a:pt x="11144" y="4858"/>
                    <a:pt x="11133" y="4810"/>
                  </a:cubicBezTo>
                  <a:lnTo>
                    <a:pt x="11002" y="3429"/>
                  </a:lnTo>
                  <a:cubicBezTo>
                    <a:pt x="10978" y="3239"/>
                    <a:pt x="10811" y="3084"/>
                    <a:pt x="10609" y="3084"/>
                  </a:cubicBezTo>
                  <a:lnTo>
                    <a:pt x="9061" y="3084"/>
                  </a:lnTo>
                  <a:lnTo>
                    <a:pt x="9061" y="3024"/>
                  </a:lnTo>
                  <a:lnTo>
                    <a:pt x="9061" y="2667"/>
                  </a:lnTo>
                  <a:cubicBezTo>
                    <a:pt x="9061" y="2465"/>
                    <a:pt x="8882" y="2286"/>
                    <a:pt x="8680" y="2286"/>
                  </a:cubicBezTo>
                  <a:lnTo>
                    <a:pt x="8537" y="2286"/>
                  </a:lnTo>
                  <a:lnTo>
                    <a:pt x="5668" y="36"/>
                  </a:lnTo>
                  <a:cubicBezTo>
                    <a:pt x="5638" y="12"/>
                    <a:pt x="5602" y="0"/>
                    <a:pt x="55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1316;p85">
              <a:extLst>
                <a:ext uri="{FF2B5EF4-FFF2-40B4-BE49-F238E27FC236}">
                  <a16:creationId xmlns:a16="http://schemas.microsoft.com/office/drawing/2014/main" id="{35005E75-F92E-F1FF-47EB-19EBE8CA2602}"/>
                </a:ext>
              </a:extLst>
            </p:cNvPr>
            <p:cNvSpPr/>
            <p:nvPr/>
          </p:nvSpPr>
          <p:spPr>
            <a:xfrm>
              <a:off x="2897827" y="2604753"/>
              <a:ext cx="48197" cy="64506"/>
            </a:xfrm>
            <a:custGeom>
              <a:avLst/>
              <a:gdLst/>
              <a:ahLst/>
              <a:cxnLst/>
              <a:rect l="l" t="t" r="r" b="b"/>
              <a:pathLst>
                <a:path w="1513" h="2025" extrusionOk="0">
                  <a:moveTo>
                    <a:pt x="762" y="334"/>
                  </a:moveTo>
                  <a:cubicBezTo>
                    <a:pt x="989" y="334"/>
                    <a:pt x="1191" y="524"/>
                    <a:pt x="1191" y="762"/>
                  </a:cubicBezTo>
                  <a:lnTo>
                    <a:pt x="1191" y="1703"/>
                  </a:lnTo>
                  <a:lnTo>
                    <a:pt x="334" y="1703"/>
                  </a:lnTo>
                  <a:lnTo>
                    <a:pt x="334" y="762"/>
                  </a:lnTo>
                  <a:cubicBezTo>
                    <a:pt x="334" y="524"/>
                    <a:pt x="524" y="334"/>
                    <a:pt x="762" y="334"/>
                  </a:cubicBezTo>
                  <a:close/>
                  <a:moveTo>
                    <a:pt x="750" y="0"/>
                  </a:moveTo>
                  <a:cubicBezTo>
                    <a:pt x="334" y="0"/>
                    <a:pt x="0" y="346"/>
                    <a:pt x="0" y="762"/>
                  </a:cubicBezTo>
                  <a:lnTo>
                    <a:pt x="0" y="1858"/>
                  </a:lnTo>
                  <a:cubicBezTo>
                    <a:pt x="0" y="1953"/>
                    <a:pt x="72" y="2024"/>
                    <a:pt x="155" y="2024"/>
                  </a:cubicBezTo>
                  <a:lnTo>
                    <a:pt x="1346" y="2024"/>
                  </a:lnTo>
                  <a:cubicBezTo>
                    <a:pt x="1441" y="2024"/>
                    <a:pt x="1512" y="1953"/>
                    <a:pt x="1512" y="1858"/>
                  </a:cubicBezTo>
                  <a:lnTo>
                    <a:pt x="1512" y="762"/>
                  </a:lnTo>
                  <a:cubicBezTo>
                    <a:pt x="1512" y="346"/>
                    <a:pt x="1167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1317;p85">
              <a:extLst>
                <a:ext uri="{FF2B5EF4-FFF2-40B4-BE49-F238E27FC236}">
                  <a16:creationId xmlns:a16="http://schemas.microsoft.com/office/drawing/2014/main" id="{1ADF617B-FD65-AFD0-55E6-3505091E8174}"/>
                </a:ext>
              </a:extLst>
            </p:cNvPr>
            <p:cNvSpPr/>
            <p:nvPr/>
          </p:nvSpPr>
          <p:spPr>
            <a:xfrm>
              <a:off x="2775695" y="2551650"/>
              <a:ext cx="51223" cy="51223"/>
            </a:xfrm>
            <a:custGeom>
              <a:avLst/>
              <a:gdLst/>
              <a:ahLst/>
              <a:cxnLst/>
              <a:rect l="l" t="t" r="r" b="b"/>
              <a:pathLst>
                <a:path w="1608" h="1608" extrusionOk="0">
                  <a:moveTo>
                    <a:pt x="810" y="310"/>
                  </a:moveTo>
                  <a:cubicBezTo>
                    <a:pt x="1060" y="310"/>
                    <a:pt x="1286" y="524"/>
                    <a:pt x="1286" y="786"/>
                  </a:cubicBezTo>
                  <a:cubicBezTo>
                    <a:pt x="1263" y="1060"/>
                    <a:pt x="1060" y="1262"/>
                    <a:pt x="810" y="1262"/>
                  </a:cubicBezTo>
                  <a:cubicBezTo>
                    <a:pt x="560" y="1262"/>
                    <a:pt x="334" y="1060"/>
                    <a:pt x="334" y="786"/>
                  </a:cubicBezTo>
                  <a:cubicBezTo>
                    <a:pt x="334" y="536"/>
                    <a:pt x="536" y="310"/>
                    <a:pt x="810" y="310"/>
                  </a:cubicBezTo>
                  <a:close/>
                  <a:moveTo>
                    <a:pt x="810" y="0"/>
                  </a:moveTo>
                  <a:cubicBezTo>
                    <a:pt x="358" y="0"/>
                    <a:pt x="1" y="358"/>
                    <a:pt x="1" y="810"/>
                  </a:cubicBezTo>
                  <a:cubicBezTo>
                    <a:pt x="1" y="1251"/>
                    <a:pt x="358" y="1608"/>
                    <a:pt x="810" y="1608"/>
                  </a:cubicBezTo>
                  <a:cubicBezTo>
                    <a:pt x="1251" y="1608"/>
                    <a:pt x="1608" y="1251"/>
                    <a:pt x="1608" y="810"/>
                  </a:cubicBezTo>
                  <a:cubicBezTo>
                    <a:pt x="1596" y="358"/>
                    <a:pt x="1239" y="0"/>
                    <a:pt x="8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CuadroTexto 54">
            <a:extLst>
              <a:ext uri="{FF2B5EF4-FFF2-40B4-BE49-F238E27FC236}">
                <a16:creationId xmlns:a16="http://schemas.microsoft.com/office/drawing/2014/main" id="{42FF3552-64EF-DD6A-46F4-E1C058E54A54}"/>
              </a:ext>
            </a:extLst>
          </p:cNvPr>
          <p:cNvSpPr txBox="1"/>
          <p:nvPr/>
        </p:nvSpPr>
        <p:spPr>
          <a:xfrm>
            <a:off x="991388" y="4478495"/>
            <a:ext cx="170391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32323"/>
                </a:solidFill>
                <a:latin typeface="Arial"/>
              </a:rPr>
              <a:t>TOTAL PROPIEDADES (4): $208.543.990 CLP (Valdivia)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AB5146FA-7669-5BD1-3A3B-D39BDA75B336}"/>
              </a:ext>
            </a:extLst>
          </p:cNvPr>
          <p:cNvSpPr txBox="1"/>
          <p:nvPr/>
        </p:nvSpPr>
        <p:spPr>
          <a:xfrm>
            <a:off x="1056019" y="5129912"/>
            <a:ext cx="16383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32323"/>
                </a:solidFill>
                <a:latin typeface="Arial"/>
              </a:rPr>
              <a:t>TOTAL AUTOS (8): $68.513.731 CLP.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908FBB8F-24F2-E4D8-E2B6-59FD3CF0F131}"/>
              </a:ext>
            </a:extLst>
          </p:cNvPr>
          <p:cNvSpPr txBox="1"/>
          <p:nvPr/>
        </p:nvSpPr>
        <p:spPr>
          <a:xfrm>
            <a:off x="1062369" y="5808889"/>
            <a:ext cx="16383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32323"/>
                </a:solidFill>
                <a:latin typeface="Arial"/>
              </a:rPr>
              <a:t>MANTENCIONES INDUSTRIALES EIRL (RUT: 76.626.086-1)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7FF0B0F9-0765-B419-EC05-76E74E235967}"/>
              </a:ext>
            </a:extLst>
          </p:cNvPr>
          <p:cNvSpPr txBox="1"/>
          <p:nvPr/>
        </p:nvSpPr>
        <p:spPr>
          <a:xfrm>
            <a:off x="3347132" y="4414698"/>
            <a:ext cx="183938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32323"/>
                </a:solidFill>
                <a:latin typeface="Arial"/>
              </a:rPr>
              <a:t>TOTAL PROPIEDADES FAMILIARES (2): $67.043.943 CLP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7858E142-3B45-DE82-F5DB-18FCFA861A6E}"/>
              </a:ext>
            </a:extLst>
          </p:cNvPr>
          <p:cNvSpPr txBox="1"/>
          <p:nvPr/>
        </p:nvSpPr>
        <p:spPr>
          <a:xfrm>
            <a:off x="3367419" y="5151178"/>
            <a:ext cx="16383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32323"/>
                </a:solidFill>
                <a:latin typeface="Arial"/>
              </a:rPr>
              <a:t>TOTAL AUTOS FAMILIARES (3): $20.701.889 CLP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7F5DE938-7449-110F-C5DD-BFB48B4C09AB}"/>
              </a:ext>
            </a:extLst>
          </p:cNvPr>
          <p:cNvSpPr txBox="1"/>
          <p:nvPr/>
        </p:nvSpPr>
        <p:spPr>
          <a:xfrm>
            <a:off x="3373769" y="5808889"/>
            <a:ext cx="16383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32323"/>
                </a:solidFill>
                <a:latin typeface="Arial"/>
              </a:rPr>
              <a:t>Sin Sociedades</a:t>
            </a:r>
          </a:p>
        </p:txBody>
      </p:sp>
      <p:grpSp>
        <p:nvGrpSpPr>
          <p:cNvPr id="61" name="Google Shape;9666;p65">
            <a:extLst>
              <a:ext uri="{FF2B5EF4-FFF2-40B4-BE49-F238E27FC236}">
                <a16:creationId xmlns:a16="http://schemas.microsoft.com/office/drawing/2014/main" id="{F129EE4F-F3ED-E647-30DE-9788CE318E37}"/>
              </a:ext>
            </a:extLst>
          </p:cNvPr>
          <p:cNvGrpSpPr/>
          <p:nvPr/>
        </p:nvGrpSpPr>
        <p:grpSpPr>
          <a:xfrm>
            <a:off x="5192049" y="1145070"/>
            <a:ext cx="973760" cy="860227"/>
            <a:chOff x="6222125" y="2025975"/>
            <a:chExt cx="499450" cy="474125"/>
          </a:xfrm>
          <a:solidFill>
            <a:srgbClr val="FF0000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62" name="Google Shape;9667;p65">
              <a:extLst>
                <a:ext uri="{FF2B5EF4-FFF2-40B4-BE49-F238E27FC236}">
                  <a16:creationId xmlns:a16="http://schemas.microsoft.com/office/drawing/2014/main" id="{0191E69A-6CF8-5C87-E290-AB16844538B8}"/>
                </a:ext>
              </a:extLst>
            </p:cNvPr>
            <p:cNvSpPr/>
            <p:nvPr/>
          </p:nvSpPr>
          <p:spPr>
            <a:xfrm>
              <a:off x="6222125" y="2025975"/>
              <a:ext cx="499450" cy="474125"/>
            </a:xfrm>
            <a:custGeom>
              <a:avLst/>
              <a:gdLst/>
              <a:ahLst/>
              <a:cxnLst/>
              <a:rect l="l" t="t" r="r" b="b"/>
              <a:pathLst>
                <a:path w="19978" h="18965" extrusionOk="0">
                  <a:moveTo>
                    <a:pt x="10490" y="1134"/>
                  </a:moveTo>
                  <a:cubicBezTo>
                    <a:pt x="15095" y="1134"/>
                    <a:pt x="18839" y="4878"/>
                    <a:pt x="18839" y="9483"/>
                  </a:cubicBezTo>
                  <a:cubicBezTo>
                    <a:pt x="18839" y="14087"/>
                    <a:pt x="15095" y="17832"/>
                    <a:pt x="10490" y="17832"/>
                  </a:cubicBezTo>
                  <a:cubicBezTo>
                    <a:pt x="5886" y="17832"/>
                    <a:pt x="2142" y="14087"/>
                    <a:pt x="2142" y="9483"/>
                  </a:cubicBezTo>
                  <a:cubicBezTo>
                    <a:pt x="2142" y="4878"/>
                    <a:pt x="5886" y="1134"/>
                    <a:pt x="10490" y="1134"/>
                  </a:cubicBezTo>
                  <a:close/>
                  <a:moveTo>
                    <a:pt x="10488" y="0"/>
                  </a:moveTo>
                  <a:cubicBezTo>
                    <a:pt x="6717" y="0"/>
                    <a:pt x="3222" y="2259"/>
                    <a:pt x="1731" y="5853"/>
                  </a:cubicBezTo>
                  <a:cubicBezTo>
                    <a:pt x="1" y="10032"/>
                    <a:pt x="1462" y="14854"/>
                    <a:pt x="5222" y="17367"/>
                  </a:cubicBezTo>
                  <a:cubicBezTo>
                    <a:pt x="6828" y="18439"/>
                    <a:pt x="8663" y="18964"/>
                    <a:pt x="10487" y="18964"/>
                  </a:cubicBezTo>
                  <a:cubicBezTo>
                    <a:pt x="12934" y="18964"/>
                    <a:pt x="15362" y="18020"/>
                    <a:pt x="17194" y="16186"/>
                  </a:cubicBezTo>
                  <a:cubicBezTo>
                    <a:pt x="18978" y="14414"/>
                    <a:pt x="19978" y="11998"/>
                    <a:pt x="19972" y="9483"/>
                  </a:cubicBezTo>
                  <a:cubicBezTo>
                    <a:pt x="19972" y="4960"/>
                    <a:pt x="16777" y="1065"/>
                    <a:pt x="12341" y="183"/>
                  </a:cubicBezTo>
                  <a:cubicBezTo>
                    <a:pt x="11721" y="60"/>
                    <a:pt x="11101" y="0"/>
                    <a:pt x="104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" name="Google Shape;9668;p65">
              <a:extLst>
                <a:ext uri="{FF2B5EF4-FFF2-40B4-BE49-F238E27FC236}">
                  <a16:creationId xmlns:a16="http://schemas.microsoft.com/office/drawing/2014/main" id="{23129A57-D17C-53C6-B117-FF474CCD433C}"/>
                </a:ext>
              </a:extLst>
            </p:cNvPr>
            <p:cNvSpPr/>
            <p:nvPr/>
          </p:nvSpPr>
          <p:spPr>
            <a:xfrm>
              <a:off x="6309175" y="2087825"/>
              <a:ext cx="350425" cy="350425"/>
            </a:xfrm>
            <a:custGeom>
              <a:avLst/>
              <a:gdLst/>
              <a:ahLst/>
              <a:cxnLst/>
              <a:rect l="l" t="t" r="r" b="b"/>
              <a:pathLst>
                <a:path w="14017" h="14017" extrusionOk="0">
                  <a:moveTo>
                    <a:pt x="7008" y="1133"/>
                  </a:moveTo>
                  <a:cubicBezTo>
                    <a:pt x="10248" y="1133"/>
                    <a:pt x="12884" y="3769"/>
                    <a:pt x="12884" y="7009"/>
                  </a:cubicBezTo>
                  <a:cubicBezTo>
                    <a:pt x="12884" y="10249"/>
                    <a:pt x="10248" y="12885"/>
                    <a:pt x="7008" y="12885"/>
                  </a:cubicBezTo>
                  <a:cubicBezTo>
                    <a:pt x="3769" y="12885"/>
                    <a:pt x="1133" y="10249"/>
                    <a:pt x="1133" y="7009"/>
                  </a:cubicBezTo>
                  <a:cubicBezTo>
                    <a:pt x="1133" y="3769"/>
                    <a:pt x="3769" y="1133"/>
                    <a:pt x="7008" y="1133"/>
                  </a:cubicBezTo>
                  <a:close/>
                  <a:moveTo>
                    <a:pt x="7008" y="1"/>
                  </a:moveTo>
                  <a:cubicBezTo>
                    <a:pt x="3144" y="1"/>
                    <a:pt x="0" y="3144"/>
                    <a:pt x="0" y="7009"/>
                  </a:cubicBezTo>
                  <a:cubicBezTo>
                    <a:pt x="0" y="10874"/>
                    <a:pt x="3144" y="14017"/>
                    <a:pt x="7008" y="14017"/>
                  </a:cubicBezTo>
                  <a:cubicBezTo>
                    <a:pt x="10873" y="14017"/>
                    <a:pt x="14017" y="10874"/>
                    <a:pt x="14017" y="7009"/>
                  </a:cubicBezTo>
                  <a:cubicBezTo>
                    <a:pt x="14017" y="3144"/>
                    <a:pt x="10873" y="1"/>
                    <a:pt x="70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4" name="Google Shape;9669;p65">
              <a:extLst>
                <a:ext uri="{FF2B5EF4-FFF2-40B4-BE49-F238E27FC236}">
                  <a16:creationId xmlns:a16="http://schemas.microsoft.com/office/drawing/2014/main" id="{82CDFB85-48D7-2693-F9FA-5AE1A223AD73}"/>
                </a:ext>
              </a:extLst>
            </p:cNvPr>
            <p:cNvSpPr/>
            <p:nvPr/>
          </p:nvSpPr>
          <p:spPr>
            <a:xfrm>
              <a:off x="6431600" y="2142250"/>
              <a:ext cx="105575" cy="241575"/>
            </a:xfrm>
            <a:custGeom>
              <a:avLst/>
              <a:gdLst/>
              <a:ahLst/>
              <a:cxnLst/>
              <a:rect l="l" t="t" r="r" b="b"/>
              <a:pathLst>
                <a:path w="4223" h="9663" extrusionOk="0">
                  <a:moveTo>
                    <a:pt x="2111" y="1"/>
                  </a:moveTo>
                  <a:cubicBezTo>
                    <a:pt x="1797" y="1"/>
                    <a:pt x="1547" y="254"/>
                    <a:pt x="1547" y="568"/>
                  </a:cubicBezTo>
                  <a:lnTo>
                    <a:pt x="1547" y="1504"/>
                  </a:lnTo>
                  <a:cubicBezTo>
                    <a:pt x="599" y="1785"/>
                    <a:pt x="1" y="2718"/>
                    <a:pt x="143" y="3697"/>
                  </a:cubicBezTo>
                  <a:cubicBezTo>
                    <a:pt x="285" y="4675"/>
                    <a:pt x="1124" y="5399"/>
                    <a:pt x="2111" y="5399"/>
                  </a:cubicBezTo>
                  <a:cubicBezTo>
                    <a:pt x="2872" y="5399"/>
                    <a:pt x="3256" y="6320"/>
                    <a:pt x="2715" y="6858"/>
                  </a:cubicBezTo>
                  <a:cubicBezTo>
                    <a:pt x="2542" y="7033"/>
                    <a:pt x="2328" y="7111"/>
                    <a:pt x="2118" y="7111"/>
                  </a:cubicBezTo>
                  <a:cubicBezTo>
                    <a:pt x="1679" y="7111"/>
                    <a:pt x="1257" y="6769"/>
                    <a:pt x="1257" y="6254"/>
                  </a:cubicBezTo>
                  <a:cubicBezTo>
                    <a:pt x="1257" y="5940"/>
                    <a:pt x="1003" y="5686"/>
                    <a:pt x="689" y="5686"/>
                  </a:cubicBezTo>
                  <a:cubicBezTo>
                    <a:pt x="378" y="5686"/>
                    <a:pt x="125" y="5940"/>
                    <a:pt x="125" y="6254"/>
                  </a:cubicBezTo>
                  <a:cubicBezTo>
                    <a:pt x="125" y="7133"/>
                    <a:pt x="701" y="7909"/>
                    <a:pt x="1547" y="8159"/>
                  </a:cubicBezTo>
                  <a:lnTo>
                    <a:pt x="1547" y="9098"/>
                  </a:lnTo>
                  <a:cubicBezTo>
                    <a:pt x="1547" y="9409"/>
                    <a:pt x="1797" y="9663"/>
                    <a:pt x="2111" y="9663"/>
                  </a:cubicBezTo>
                  <a:cubicBezTo>
                    <a:pt x="2425" y="9663"/>
                    <a:pt x="2679" y="9409"/>
                    <a:pt x="2679" y="9098"/>
                  </a:cubicBezTo>
                  <a:lnTo>
                    <a:pt x="2679" y="8159"/>
                  </a:lnTo>
                  <a:cubicBezTo>
                    <a:pt x="3624" y="7878"/>
                    <a:pt x="4222" y="6945"/>
                    <a:pt x="4080" y="5967"/>
                  </a:cubicBezTo>
                  <a:cubicBezTo>
                    <a:pt x="3939" y="4991"/>
                    <a:pt x="3102" y="4267"/>
                    <a:pt x="2118" y="4267"/>
                  </a:cubicBezTo>
                  <a:cubicBezTo>
                    <a:pt x="2116" y="4267"/>
                    <a:pt x="2114" y="4267"/>
                    <a:pt x="2111" y="4267"/>
                  </a:cubicBezTo>
                  <a:cubicBezTo>
                    <a:pt x="2106" y="4267"/>
                    <a:pt x="2100" y="4267"/>
                    <a:pt x="2095" y="4267"/>
                  </a:cubicBezTo>
                  <a:cubicBezTo>
                    <a:pt x="1622" y="4267"/>
                    <a:pt x="1239" y="3884"/>
                    <a:pt x="1239" y="3410"/>
                  </a:cubicBezTo>
                  <a:cubicBezTo>
                    <a:pt x="1239" y="2935"/>
                    <a:pt x="1622" y="2555"/>
                    <a:pt x="2095" y="2555"/>
                  </a:cubicBezTo>
                  <a:cubicBezTo>
                    <a:pt x="2100" y="2555"/>
                    <a:pt x="2106" y="2555"/>
                    <a:pt x="2111" y="2555"/>
                  </a:cubicBezTo>
                  <a:cubicBezTo>
                    <a:pt x="2582" y="2555"/>
                    <a:pt x="2966" y="2939"/>
                    <a:pt x="2966" y="3410"/>
                  </a:cubicBezTo>
                  <a:cubicBezTo>
                    <a:pt x="2966" y="3724"/>
                    <a:pt x="3220" y="3977"/>
                    <a:pt x="3534" y="3977"/>
                  </a:cubicBezTo>
                  <a:cubicBezTo>
                    <a:pt x="3845" y="3977"/>
                    <a:pt x="4098" y="3724"/>
                    <a:pt x="4098" y="3410"/>
                  </a:cubicBezTo>
                  <a:cubicBezTo>
                    <a:pt x="4098" y="2531"/>
                    <a:pt x="3522" y="1755"/>
                    <a:pt x="2679" y="1504"/>
                  </a:cubicBezTo>
                  <a:lnTo>
                    <a:pt x="2679" y="568"/>
                  </a:lnTo>
                  <a:cubicBezTo>
                    <a:pt x="2679" y="254"/>
                    <a:pt x="2425" y="1"/>
                    <a:pt x="21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04" name="Google Shape;2067;p32">
            <a:extLst>
              <a:ext uri="{FF2B5EF4-FFF2-40B4-BE49-F238E27FC236}">
                <a16:creationId xmlns:a16="http://schemas.microsoft.com/office/drawing/2014/main" id="{BF9AE179-E999-689A-80E4-7B13F3BCBD9C}"/>
              </a:ext>
            </a:extLst>
          </p:cNvPr>
          <p:cNvSpPr txBox="1"/>
          <p:nvPr/>
        </p:nvSpPr>
        <p:spPr>
          <a:xfrm>
            <a:off x="6516304" y="1363182"/>
            <a:ext cx="1403498" cy="932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Patrimonio Familiar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Conjunto</a:t>
            </a:r>
            <a:endParaRPr b="1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5" name="Google Shape;2070;p32">
            <a:extLst>
              <a:ext uri="{FF2B5EF4-FFF2-40B4-BE49-F238E27FC236}">
                <a16:creationId xmlns:a16="http://schemas.microsoft.com/office/drawing/2014/main" id="{7B82415E-1E56-7F5C-7C66-4F57C4B2267B}"/>
              </a:ext>
            </a:extLst>
          </p:cNvPr>
          <p:cNvSpPr txBox="1"/>
          <p:nvPr/>
        </p:nvSpPr>
        <p:spPr>
          <a:xfrm>
            <a:off x="7919804" y="1529567"/>
            <a:ext cx="4665131" cy="350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dirty="0">
                <a:solidFill>
                  <a:srgbClr val="232323"/>
                </a:solidFill>
                <a:latin typeface="Arial"/>
              </a:rPr>
              <a:t>INVENTARIO DETALLADO VEHÍCULOS PROPIOS (8 PPU OPERATIVAS):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dirty="0">
                <a:solidFill>
                  <a:srgbClr val="232323"/>
                </a:solidFill>
                <a:latin typeface="Arial"/>
              </a:rPr>
              <a:t>• VJGJ53: GAC GS3 Power 1.5 AUT (2026) - $16.875.276 CLP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dirty="0">
                <a:solidFill>
                  <a:srgbClr val="232323"/>
                </a:solidFill>
                <a:latin typeface="Arial"/>
              </a:rPr>
              <a:t>• TKFZ25: GAC </a:t>
            </a:r>
            <a:r>
              <a:rPr sz="750" b="0" dirty="0" err="1">
                <a:solidFill>
                  <a:srgbClr val="232323"/>
                </a:solidFill>
                <a:latin typeface="Arial"/>
              </a:rPr>
              <a:t>Emkoo</a:t>
            </a:r>
            <a:r>
              <a:rPr sz="750" b="0" dirty="0">
                <a:solidFill>
                  <a:srgbClr val="232323"/>
                </a:solidFill>
                <a:latin typeface="Arial"/>
              </a:rPr>
              <a:t> 1.5 AUT (2024) - $15.692.567 CLP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dirty="0">
                <a:solidFill>
                  <a:srgbClr val="232323"/>
                </a:solidFill>
                <a:latin typeface="Arial"/>
              </a:rPr>
              <a:t>• RSZS99: GAC GS4 Power 1.5 (2022) - $12.067.474 CLP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dirty="0">
                <a:solidFill>
                  <a:srgbClr val="232323"/>
                </a:solidFill>
                <a:latin typeface="Arial"/>
              </a:rPr>
              <a:t>• VBXL16: SsangYong Musso DCAB 4X4 (2025) - $10.199.428 CLP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dirty="0">
                <a:solidFill>
                  <a:srgbClr val="232323"/>
                </a:solidFill>
                <a:latin typeface="Arial"/>
              </a:rPr>
              <a:t>• KVXB56: SsangYong </a:t>
            </a:r>
            <a:r>
              <a:rPr sz="750" b="0" dirty="0" err="1">
                <a:solidFill>
                  <a:srgbClr val="232323"/>
                </a:solidFill>
                <a:latin typeface="Arial"/>
              </a:rPr>
              <a:t>Actyon</a:t>
            </a:r>
            <a:r>
              <a:rPr sz="750" b="0" dirty="0">
                <a:solidFill>
                  <a:srgbClr val="232323"/>
                </a:solidFill>
                <a:latin typeface="Arial"/>
              </a:rPr>
              <a:t> Sport 2.0 (2019) - $8.787.309 CLP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dirty="0">
                <a:solidFill>
                  <a:srgbClr val="232323"/>
                </a:solidFill>
                <a:latin typeface="Arial"/>
              </a:rPr>
              <a:t>• JGBB19: Brilliance V3 GX Elite (2017) - $2.552.821 CLP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dirty="0">
                <a:solidFill>
                  <a:srgbClr val="232323"/>
                </a:solidFill>
                <a:latin typeface="Arial"/>
              </a:rPr>
              <a:t>• FHBG88: Nissan Tiida S 1.6 (2013) - $2.338.856 CLP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dirty="0">
                <a:solidFill>
                  <a:srgbClr val="232323"/>
                </a:solidFill>
                <a:latin typeface="Arial"/>
              </a:rPr>
              <a:t>• BJ2065: Honda Accord Clásico (1981) - $314.740 CLP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sz="750" b="0" dirty="0">
              <a:solidFill>
                <a:srgbClr val="232323"/>
              </a:solidFill>
              <a:latin typeface="Arial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dirty="0">
                <a:solidFill>
                  <a:srgbClr val="232323"/>
                </a:solidFill>
                <a:latin typeface="Arial"/>
              </a:rPr>
              <a:t>INVENTARIO DETALLADO RED FAMILIAR DIRECTA: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dirty="0">
                <a:solidFill>
                  <a:srgbClr val="232323"/>
                </a:solidFill>
                <a:latin typeface="Arial"/>
              </a:rPr>
              <a:t>• PPU GS3P25: GAC GS3 Power 2025 (P. Maldonado - Hermana) - $11.707.594 CLP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dirty="0">
                <a:solidFill>
                  <a:srgbClr val="232323"/>
                </a:solidFill>
                <a:latin typeface="Arial"/>
              </a:rPr>
              <a:t>• PPU BGLX21: Suzuki Baleno GLX 2021 (P. Maldonado - Hermana) - $8.819.439 CLP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dirty="0">
                <a:solidFill>
                  <a:srgbClr val="232323"/>
                </a:solidFill>
                <a:latin typeface="Arial"/>
              </a:rPr>
              <a:t>• BBRR Rol 10101-02388-00028: Inmueble Valdivia (L. René Maldonado) - $46.746.204 CLP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750" b="0" dirty="0">
                <a:solidFill>
                  <a:srgbClr val="232323"/>
                </a:solidFill>
                <a:latin typeface="Arial"/>
              </a:rPr>
              <a:t>• BBRR Rol 10101-01005-00011: Inmueble Valdivia (Vivian Maldonado) - $20.297.739 CLP</a:t>
            </a:r>
          </a:p>
        </p:txBody>
      </p:sp>
      <p:cxnSp>
        <p:nvCxnSpPr>
          <p:cNvPr id="106" name="Google Shape;2075;p32">
            <a:extLst>
              <a:ext uri="{FF2B5EF4-FFF2-40B4-BE49-F238E27FC236}">
                <a16:creationId xmlns:a16="http://schemas.microsoft.com/office/drawing/2014/main" id="{12ED071D-E614-19EB-402D-DE771A72D938}"/>
              </a:ext>
            </a:extLst>
          </p:cNvPr>
          <p:cNvCxnSpPr>
            <a:cxnSpLocks/>
          </p:cNvCxnSpPr>
          <p:nvPr/>
        </p:nvCxnSpPr>
        <p:spPr>
          <a:xfrm>
            <a:off x="6426133" y="948097"/>
            <a:ext cx="0" cy="1603131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2078;p32">
            <a:extLst>
              <a:ext uri="{FF2B5EF4-FFF2-40B4-BE49-F238E27FC236}">
                <a16:creationId xmlns:a16="http://schemas.microsoft.com/office/drawing/2014/main" id="{78073E51-ABAC-59CF-887C-4399110493BB}"/>
              </a:ext>
            </a:extLst>
          </p:cNvPr>
          <p:cNvSpPr txBox="1"/>
          <p:nvPr/>
        </p:nvSpPr>
        <p:spPr>
          <a:xfrm>
            <a:off x="6484406" y="977965"/>
            <a:ext cx="2819077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s-419" sz="1300" b="1" dirty="0">
                <a:solidFill>
                  <a:srgbClr val="0F2240"/>
                </a:solidFill>
                <a:latin typeface="Arial"/>
              </a:rPr>
              <a:t>MONTO TOTAL</a:t>
            </a:r>
            <a:endParaRPr sz="1300" b="1" dirty="0">
              <a:solidFill>
                <a:srgbClr val="0F2240"/>
              </a:solidFill>
              <a:latin typeface="Arial"/>
            </a:endParaRPr>
          </a:p>
        </p:txBody>
      </p:sp>
      <p:sp>
        <p:nvSpPr>
          <p:cNvPr id="119" name="Google Shape;2070;p32">
            <a:extLst>
              <a:ext uri="{FF2B5EF4-FFF2-40B4-BE49-F238E27FC236}">
                <a16:creationId xmlns:a16="http://schemas.microsoft.com/office/drawing/2014/main" id="{505D7EE7-350D-6E18-8341-96D7077DD7EC}"/>
              </a:ext>
            </a:extLst>
          </p:cNvPr>
          <p:cNvSpPr txBox="1"/>
          <p:nvPr/>
        </p:nvSpPr>
        <p:spPr>
          <a:xfrm>
            <a:off x="7919802" y="3279323"/>
            <a:ext cx="3652685" cy="64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dirty="0">
                <a:solidFill>
                  <a:srgbClr val="232323"/>
                </a:solidFill>
                <a:latin typeface="Arial"/>
              </a:rPr>
              <a:t>BÚSQUEDA OSINT: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sz="850" b="0" dirty="0">
              <a:solidFill>
                <a:srgbClr val="232323"/>
              </a:solidFill>
              <a:latin typeface="Arial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dirty="0">
                <a:solidFill>
                  <a:srgbClr val="232323"/>
                </a:solidFill>
                <a:latin typeface="Arial"/>
              </a:rPr>
              <a:t>CRUCE INTERNO CMPC:</a:t>
            </a:r>
          </a:p>
        </p:txBody>
      </p:sp>
      <p:cxnSp>
        <p:nvCxnSpPr>
          <p:cNvPr id="120" name="Google Shape;2075;p32">
            <a:extLst>
              <a:ext uri="{FF2B5EF4-FFF2-40B4-BE49-F238E27FC236}">
                <a16:creationId xmlns:a16="http://schemas.microsoft.com/office/drawing/2014/main" id="{FE6E9D8D-5A3C-7F65-319E-E08A7DBC61F3}"/>
              </a:ext>
            </a:extLst>
          </p:cNvPr>
          <p:cNvCxnSpPr>
            <a:cxnSpLocks/>
          </p:cNvCxnSpPr>
          <p:nvPr/>
        </p:nvCxnSpPr>
        <p:spPr>
          <a:xfrm>
            <a:off x="6435981" y="2628693"/>
            <a:ext cx="0" cy="1551933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1" name="Google Shape;2078;p32">
            <a:extLst>
              <a:ext uri="{FF2B5EF4-FFF2-40B4-BE49-F238E27FC236}">
                <a16:creationId xmlns:a16="http://schemas.microsoft.com/office/drawing/2014/main" id="{D64536D5-BA16-42F5-77A2-A98A1891EDAC}"/>
              </a:ext>
            </a:extLst>
          </p:cNvPr>
          <p:cNvSpPr txBox="1"/>
          <p:nvPr/>
        </p:nvSpPr>
        <p:spPr>
          <a:xfrm>
            <a:off x="6576584" y="2946766"/>
            <a:ext cx="249161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Fira Sans"/>
                <a:ea typeface="Fira Sans"/>
                <a:cs typeface="Fira Sans"/>
                <a:sym typeface="Fira Sans"/>
              </a:rPr>
              <a:t>Datos relevantes</a:t>
            </a:r>
            <a:endParaRPr sz="1800" b="1" dirty="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4" name="Google Shape;14486;p90">
            <a:extLst>
              <a:ext uri="{FF2B5EF4-FFF2-40B4-BE49-F238E27FC236}">
                <a16:creationId xmlns:a16="http://schemas.microsoft.com/office/drawing/2014/main" id="{FBE8D196-02F2-7ED6-1BFD-30EB3C1EC8C0}"/>
              </a:ext>
            </a:extLst>
          </p:cNvPr>
          <p:cNvGrpSpPr/>
          <p:nvPr/>
        </p:nvGrpSpPr>
        <p:grpSpPr>
          <a:xfrm>
            <a:off x="5242349" y="3403204"/>
            <a:ext cx="944728" cy="577080"/>
            <a:chOff x="7009649" y="1541981"/>
            <a:chExt cx="524940" cy="320655"/>
          </a:xfrm>
          <a:solidFill>
            <a:srgbClr val="FF0000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5" name="Google Shape;14487;p90">
              <a:extLst>
                <a:ext uri="{FF2B5EF4-FFF2-40B4-BE49-F238E27FC236}">
                  <a16:creationId xmlns:a16="http://schemas.microsoft.com/office/drawing/2014/main" id="{DAC68F13-C6B0-5B0C-E892-ADA13E6004AD}"/>
                </a:ext>
              </a:extLst>
            </p:cNvPr>
            <p:cNvSpPr/>
            <p:nvPr/>
          </p:nvSpPr>
          <p:spPr>
            <a:xfrm>
              <a:off x="7009649" y="1541981"/>
              <a:ext cx="524940" cy="320655"/>
            </a:xfrm>
            <a:custGeom>
              <a:avLst/>
              <a:gdLst/>
              <a:ahLst/>
              <a:cxnLst/>
              <a:rect l="l" t="t" r="r" b="b"/>
              <a:pathLst>
                <a:path w="16492" h="10074" extrusionOk="0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4488;p90">
              <a:extLst>
                <a:ext uri="{FF2B5EF4-FFF2-40B4-BE49-F238E27FC236}">
                  <a16:creationId xmlns:a16="http://schemas.microsoft.com/office/drawing/2014/main" id="{C416CE45-E841-C4DB-54B0-7AA80C79A8BD}"/>
                </a:ext>
              </a:extLst>
            </p:cNvPr>
            <p:cNvSpPr/>
            <p:nvPr/>
          </p:nvSpPr>
          <p:spPr>
            <a:xfrm>
              <a:off x="7110104" y="1604909"/>
              <a:ext cx="61782" cy="41697"/>
            </a:xfrm>
            <a:custGeom>
              <a:avLst/>
              <a:gdLst/>
              <a:ahLst/>
              <a:cxnLst/>
              <a:rect l="l" t="t" r="r" b="b"/>
              <a:pathLst>
                <a:path w="1941" h="1310" extrusionOk="0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4489;p90">
              <a:extLst>
                <a:ext uri="{FF2B5EF4-FFF2-40B4-BE49-F238E27FC236}">
                  <a16:creationId xmlns:a16="http://schemas.microsoft.com/office/drawing/2014/main" id="{896262FA-793A-683E-D9E7-845AB729372A}"/>
                </a:ext>
              </a:extLst>
            </p:cNvPr>
            <p:cNvSpPr/>
            <p:nvPr/>
          </p:nvSpPr>
          <p:spPr>
            <a:xfrm>
              <a:off x="7110455" y="1655296"/>
              <a:ext cx="96700" cy="15183"/>
            </a:xfrm>
            <a:custGeom>
              <a:avLst/>
              <a:gdLst/>
              <a:ahLst/>
              <a:cxnLst/>
              <a:rect l="l" t="t" r="r" b="b"/>
              <a:pathLst>
                <a:path w="3038" h="477" extrusionOk="0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4490;p90">
              <a:extLst>
                <a:ext uri="{FF2B5EF4-FFF2-40B4-BE49-F238E27FC236}">
                  <a16:creationId xmlns:a16="http://schemas.microsoft.com/office/drawing/2014/main" id="{EEE80023-EF79-4EDA-6791-E58C8F847E1A}"/>
                </a:ext>
              </a:extLst>
            </p:cNvPr>
            <p:cNvSpPr/>
            <p:nvPr/>
          </p:nvSpPr>
          <p:spPr>
            <a:xfrm>
              <a:off x="7146104" y="1676909"/>
              <a:ext cx="61050" cy="41729"/>
            </a:xfrm>
            <a:custGeom>
              <a:avLst/>
              <a:gdLst/>
              <a:ahLst/>
              <a:cxnLst/>
              <a:rect l="l" t="t" r="r" b="b"/>
              <a:pathLst>
                <a:path w="1918" h="1311" extrusionOk="0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4491;p90">
              <a:extLst>
                <a:ext uri="{FF2B5EF4-FFF2-40B4-BE49-F238E27FC236}">
                  <a16:creationId xmlns:a16="http://schemas.microsoft.com/office/drawing/2014/main" id="{C86FB1F7-D45C-3115-10DF-18679F96CADF}"/>
                </a:ext>
              </a:extLst>
            </p:cNvPr>
            <p:cNvSpPr/>
            <p:nvPr/>
          </p:nvSpPr>
          <p:spPr>
            <a:xfrm>
              <a:off x="7110455" y="1726563"/>
              <a:ext cx="96700" cy="15183"/>
            </a:xfrm>
            <a:custGeom>
              <a:avLst/>
              <a:gdLst/>
              <a:ahLst/>
              <a:cxnLst/>
              <a:rect l="l" t="t" r="r" b="b"/>
              <a:pathLst>
                <a:path w="3038" h="477" extrusionOk="0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4492;p90">
              <a:extLst>
                <a:ext uri="{FF2B5EF4-FFF2-40B4-BE49-F238E27FC236}">
                  <a16:creationId xmlns:a16="http://schemas.microsoft.com/office/drawing/2014/main" id="{FC4C6CBD-D188-A572-9199-A9470E021C49}"/>
                </a:ext>
              </a:extLst>
            </p:cNvPr>
            <p:cNvSpPr/>
            <p:nvPr/>
          </p:nvSpPr>
          <p:spPr>
            <a:xfrm>
              <a:off x="7262825" y="1636739"/>
              <a:ext cx="48541" cy="80371"/>
            </a:xfrm>
            <a:custGeom>
              <a:avLst/>
              <a:gdLst/>
              <a:ahLst/>
              <a:cxnLst/>
              <a:rect l="l" t="t" r="r" b="b"/>
              <a:pathLst>
                <a:path w="1525" h="2525" extrusionOk="0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4493;p90">
              <a:extLst>
                <a:ext uri="{FF2B5EF4-FFF2-40B4-BE49-F238E27FC236}">
                  <a16:creationId xmlns:a16="http://schemas.microsoft.com/office/drawing/2014/main" id="{EA3E96B5-38AE-219F-781C-ED376CC5CAA9}"/>
                </a:ext>
              </a:extLst>
            </p:cNvPr>
            <p:cNvSpPr/>
            <p:nvPr/>
          </p:nvSpPr>
          <p:spPr>
            <a:xfrm>
              <a:off x="7380691" y="1636357"/>
              <a:ext cx="48891" cy="80371"/>
            </a:xfrm>
            <a:custGeom>
              <a:avLst/>
              <a:gdLst/>
              <a:ahLst/>
              <a:cxnLst/>
              <a:rect l="l" t="t" r="r" b="b"/>
              <a:pathLst>
                <a:path w="1536" h="2525" extrusionOk="0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4494;p90">
              <a:extLst>
                <a:ext uri="{FF2B5EF4-FFF2-40B4-BE49-F238E27FC236}">
                  <a16:creationId xmlns:a16="http://schemas.microsoft.com/office/drawing/2014/main" id="{98D3F52B-1366-1CFA-B557-E54B0DA83DBD}"/>
                </a:ext>
              </a:extLst>
            </p:cNvPr>
            <p:cNvSpPr/>
            <p:nvPr/>
          </p:nvSpPr>
          <p:spPr>
            <a:xfrm>
              <a:off x="7321933" y="1626744"/>
              <a:ext cx="48923" cy="99851"/>
            </a:xfrm>
            <a:custGeom>
              <a:avLst/>
              <a:gdLst/>
              <a:ahLst/>
              <a:cxnLst/>
              <a:rect l="l" t="t" r="r" b="b"/>
              <a:pathLst>
                <a:path w="1537" h="3137" extrusionOk="0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0962;p85">
            <a:extLst>
              <a:ext uri="{FF2B5EF4-FFF2-40B4-BE49-F238E27FC236}">
                <a16:creationId xmlns:a16="http://schemas.microsoft.com/office/drawing/2014/main" id="{E0B6B553-B52F-85AA-4ED6-677164658C28}"/>
              </a:ext>
            </a:extLst>
          </p:cNvPr>
          <p:cNvGrpSpPr/>
          <p:nvPr/>
        </p:nvGrpSpPr>
        <p:grpSpPr>
          <a:xfrm>
            <a:off x="5351020" y="4478495"/>
            <a:ext cx="728565" cy="857993"/>
            <a:chOff x="1761909" y="3811961"/>
            <a:chExt cx="307974" cy="371716"/>
          </a:xfrm>
          <a:solidFill>
            <a:srgbClr val="FF0000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" name="Google Shape;10963;p85">
              <a:extLst>
                <a:ext uri="{FF2B5EF4-FFF2-40B4-BE49-F238E27FC236}">
                  <a16:creationId xmlns:a16="http://schemas.microsoft.com/office/drawing/2014/main" id="{406AB9BB-EEBA-5E0A-D05A-BA558A74272F}"/>
                </a:ext>
              </a:extLst>
            </p:cNvPr>
            <p:cNvSpPr/>
            <p:nvPr/>
          </p:nvSpPr>
          <p:spPr>
            <a:xfrm>
              <a:off x="1761909" y="3811961"/>
              <a:ext cx="307974" cy="371716"/>
            </a:xfrm>
            <a:custGeom>
              <a:avLst/>
              <a:gdLst/>
              <a:ahLst/>
              <a:cxnLst/>
              <a:rect l="l" t="t" r="r" b="b"/>
              <a:pathLst>
                <a:path w="9668" h="11669" extrusionOk="0">
                  <a:moveTo>
                    <a:pt x="8930" y="310"/>
                  </a:moveTo>
                  <a:cubicBezTo>
                    <a:pt x="8954" y="310"/>
                    <a:pt x="8977" y="334"/>
                    <a:pt x="8977" y="370"/>
                  </a:cubicBezTo>
                  <a:lnTo>
                    <a:pt x="8977" y="608"/>
                  </a:lnTo>
                  <a:cubicBezTo>
                    <a:pt x="8977" y="632"/>
                    <a:pt x="8954" y="668"/>
                    <a:pt x="8930" y="668"/>
                  </a:cubicBezTo>
                  <a:lnTo>
                    <a:pt x="7989" y="668"/>
                  </a:lnTo>
                  <a:cubicBezTo>
                    <a:pt x="7894" y="668"/>
                    <a:pt x="7811" y="739"/>
                    <a:pt x="7811" y="846"/>
                  </a:cubicBezTo>
                  <a:cubicBezTo>
                    <a:pt x="7811" y="953"/>
                    <a:pt x="7882" y="1025"/>
                    <a:pt x="7989" y="1025"/>
                  </a:cubicBezTo>
                  <a:lnTo>
                    <a:pt x="8668" y="1025"/>
                  </a:lnTo>
                  <a:lnTo>
                    <a:pt x="8668" y="10216"/>
                  </a:lnTo>
                  <a:lnTo>
                    <a:pt x="7263" y="10216"/>
                  </a:lnTo>
                  <a:cubicBezTo>
                    <a:pt x="7168" y="10216"/>
                    <a:pt x="7084" y="10288"/>
                    <a:pt x="7084" y="10395"/>
                  </a:cubicBezTo>
                  <a:cubicBezTo>
                    <a:pt x="7084" y="10502"/>
                    <a:pt x="7156" y="10574"/>
                    <a:pt x="7263" y="10574"/>
                  </a:cubicBezTo>
                  <a:lnTo>
                    <a:pt x="9168" y="10574"/>
                  </a:lnTo>
                  <a:cubicBezTo>
                    <a:pt x="9251" y="10574"/>
                    <a:pt x="9323" y="10657"/>
                    <a:pt x="9323" y="10740"/>
                  </a:cubicBezTo>
                  <a:lnTo>
                    <a:pt x="9323" y="11324"/>
                  </a:lnTo>
                  <a:lnTo>
                    <a:pt x="333" y="11324"/>
                  </a:lnTo>
                  <a:lnTo>
                    <a:pt x="333" y="10740"/>
                  </a:lnTo>
                  <a:cubicBezTo>
                    <a:pt x="333" y="10657"/>
                    <a:pt x="417" y="10574"/>
                    <a:pt x="500" y="10574"/>
                  </a:cubicBezTo>
                  <a:lnTo>
                    <a:pt x="6513" y="10574"/>
                  </a:lnTo>
                  <a:cubicBezTo>
                    <a:pt x="6608" y="10574"/>
                    <a:pt x="6691" y="10502"/>
                    <a:pt x="6691" y="10395"/>
                  </a:cubicBezTo>
                  <a:cubicBezTo>
                    <a:pt x="6691" y="10288"/>
                    <a:pt x="6620" y="10216"/>
                    <a:pt x="6513" y="10216"/>
                  </a:cubicBezTo>
                  <a:lnTo>
                    <a:pt x="976" y="10216"/>
                  </a:lnTo>
                  <a:lnTo>
                    <a:pt x="976" y="1025"/>
                  </a:lnTo>
                  <a:lnTo>
                    <a:pt x="7263" y="1025"/>
                  </a:lnTo>
                  <a:cubicBezTo>
                    <a:pt x="7346" y="1025"/>
                    <a:pt x="7442" y="953"/>
                    <a:pt x="7442" y="846"/>
                  </a:cubicBezTo>
                  <a:cubicBezTo>
                    <a:pt x="7442" y="739"/>
                    <a:pt x="7358" y="668"/>
                    <a:pt x="7263" y="668"/>
                  </a:cubicBezTo>
                  <a:lnTo>
                    <a:pt x="750" y="668"/>
                  </a:lnTo>
                  <a:cubicBezTo>
                    <a:pt x="726" y="668"/>
                    <a:pt x="691" y="632"/>
                    <a:pt x="691" y="608"/>
                  </a:cubicBezTo>
                  <a:lnTo>
                    <a:pt x="691" y="370"/>
                  </a:lnTo>
                  <a:cubicBezTo>
                    <a:pt x="691" y="334"/>
                    <a:pt x="726" y="310"/>
                    <a:pt x="750" y="310"/>
                  </a:cubicBezTo>
                  <a:close/>
                  <a:moveTo>
                    <a:pt x="738" y="1"/>
                  </a:moveTo>
                  <a:cubicBezTo>
                    <a:pt x="512" y="1"/>
                    <a:pt x="333" y="179"/>
                    <a:pt x="333" y="394"/>
                  </a:cubicBezTo>
                  <a:lnTo>
                    <a:pt x="333" y="632"/>
                  </a:lnTo>
                  <a:cubicBezTo>
                    <a:pt x="333" y="810"/>
                    <a:pt x="453" y="977"/>
                    <a:pt x="619" y="1025"/>
                  </a:cubicBezTo>
                  <a:lnTo>
                    <a:pt x="619" y="10240"/>
                  </a:lnTo>
                  <a:lnTo>
                    <a:pt x="500" y="10240"/>
                  </a:lnTo>
                  <a:cubicBezTo>
                    <a:pt x="214" y="10240"/>
                    <a:pt x="0" y="10454"/>
                    <a:pt x="0" y="10740"/>
                  </a:cubicBezTo>
                  <a:lnTo>
                    <a:pt x="0" y="11490"/>
                  </a:lnTo>
                  <a:cubicBezTo>
                    <a:pt x="0" y="11574"/>
                    <a:pt x="72" y="11669"/>
                    <a:pt x="179" y="11669"/>
                  </a:cubicBezTo>
                  <a:lnTo>
                    <a:pt x="9489" y="11669"/>
                  </a:lnTo>
                  <a:cubicBezTo>
                    <a:pt x="9585" y="11669"/>
                    <a:pt x="9668" y="11586"/>
                    <a:pt x="9668" y="11490"/>
                  </a:cubicBezTo>
                  <a:lnTo>
                    <a:pt x="9668" y="10740"/>
                  </a:lnTo>
                  <a:cubicBezTo>
                    <a:pt x="9656" y="10454"/>
                    <a:pt x="9430" y="10240"/>
                    <a:pt x="9144" y="10240"/>
                  </a:cubicBezTo>
                  <a:lnTo>
                    <a:pt x="9001" y="10240"/>
                  </a:lnTo>
                  <a:lnTo>
                    <a:pt x="9001" y="1025"/>
                  </a:lnTo>
                  <a:cubicBezTo>
                    <a:pt x="9180" y="977"/>
                    <a:pt x="9311" y="810"/>
                    <a:pt x="9311" y="632"/>
                  </a:cubicBezTo>
                  <a:lnTo>
                    <a:pt x="9311" y="394"/>
                  </a:lnTo>
                  <a:cubicBezTo>
                    <a:pt x="9311" y="179"/>
                    <a:pt x="9132" y="1"/>
                    <a:pt x="89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964;p85">
              <a:extLst>
                <a:ext uri="{FF2B5EF4-FFF2-40B4-BE49-F238E27FC236}">
                  <a16:creationId xmlns:a16="http://schemas.microsoft.com/office/drawing/2014/main" id="{01D31E81-81A5-0F80-7331-055E612A729F}"/>
                </a:ext>
              </a:extLst>
            </p:cNvPr>
            <p:cNvSpPr/>
            <p:nvPr/>
          </p:nvSpPr>
          <p:spPr>
            <a:xfrm>
              <a:off x="1921566" y="3855953"/>
              <a:ext cx="105854" cy="271213"/>
            </a:xfrm>
            <a:custGeom>
              <a:avLst/>
              <a:gdLst/>
              <a:ahLst/>
              <a:cxnLst/>
              <a:rect l="l" t="t" r="r" b="b"/>
              <a:pathLst>
                <a:path w="3323" h="8514" extrusionOk="0">
                  <a:moveTo>
                    <a:pt x="2977" y="346"/>
                  </a:moveTo>
                  <a:lnTo>
                    <a:pt x="2977" y="1370"/>
                  </a:lnTo>
                  <a:lnTo>
                    <a:pt x="2394" y="1370"/>
                  </a:lnTo>
                  <a:cubicBezTo>
                    <a:pt x="2203" y="1370"/>
                    <a:pt x="2049" y="1513"/>
                    <a:pt x="2049" y="1704"/>
                  </a:cubicBezTo>
                  <a:lnTo>
                    <a:pt x="2049" y="2168"/>
                  </a:lnTo>
                  <a:lnTo>
                    <a:pt x="1715" y="2168"/>
                  </a:lnTo>
                  <a:cubicBezTo>
                    <a:pt x="1548" y="2168"/>
                    <a:pt x="1417" y="2287"/>
                    <a:pt x="1382" y="2442"/>
                  </a:cubicBezTo>
                  <a:lnTo>
                    <a:pt x="1025" y="2442"/>
                  </a:lnTo>
                  <a:lnTo>
                    <a:pt x="1025" y="1739"/>
                  </a:lnTo>
                  <a:cubicBezTo>
                    <a:pt x="1025" y="1549"/>
                    <a:pt x="882" y="1394"/>
                    <a:pt x="679" y="1394"/>
                  </a:cubicBezTo>
                  <a:lnTo>
                    <a:pt x="346" y="1394"/>
                  </a:lnTo>
                  <a:lnTo>
                    <a:pt x="346" y="346"/>
                  </a:lnTo>
                  <a:close/>
                  <a:moveTo>
                    <a:pt x="679" y="1739"/>
                  </a:moveTo>
                  <a:lnTo>
                    <a:pt x="679" y="2763"/>
                  </a:lnTo>
                  <a:lnTo>
                    <a:pt x="679" y="3954"/>
                  </a:lnTo>
                  <a:lnTo>
                    <a:pt x="346" y="3954"/>
                  </a:lnTo>
                  <a:lnTo>
                    <a:pt x="346" y="1739"/>
                  </a:lnTo>
                  <a:close/>
                  <a:moveTo>
                    <a:pt x="1370" y="2763"/>
                  </a:moveTo>
                  <a:lnTo>
                    <a:pt x="1370" y="3954"/>
                  </a:lnTo>
                  <a:lnTo>
                    <a:pt x="1025" y="3954"/>
                  </a:lnTo>
                  <a:lnTo>
                    <a:pt x="1025" y="2763"/>
                  </a:lnTo>
                  <a:close/>
                  <a:moveTo>
                    <a:pt x="2049" y="2513"/>
                  </a:moveTo>
                  <a:lnTo>
                    <a:pt x="2049" y="3954"/>
                  </a:lnTo>
                  <a:lnTo>
                    <a:pt x="1715" y="3954"/>
                  </a:lnTo>
                  <a:lnTo>
                    <a:pt x="1715" y="2763"/>
                  </a:lnTo>
                  <a:lnTo>
                    <a:pt x="1715" y="2513"/>
                  </a:lnTo>
                  <a:close/>
                  <a:moveTo>
                    <a:pt x="2977" y="1727"/>
                  </a:moveTo>
                  <a:lnTo>
                    <a:pt x="2977" y="3954"/>
                  </a:lnTo>
                  <a:lnTo>
                    <a:pt x="2394" y="3954"/>
                  </a:lnTo>
                  <a:lnTo>
                    <a:pt x="2394" y="2513"/>
                  </a:lnTo>
                  <a:lnTo>
                    <a:pt x="2394" y="1727"/>
                  </a:lnTo>
                  <a:close/>
                  <a:moveTo>
                    <a:pt x="2977" y="4299"/>
                  </a:moveTo>
                  <a:lnTo>
                    <a:pt x="2977" y="4644"/>
                  </a:lnTo>
                  <a:lnTo>
                    <a:pt x="346" y="4644"/>
                  </a:lnTo>
                  <a:lnTo>
                    <a:pt x="346" y="4299"/>
                  </a:lnTo>
                  <a:close/>
                  <a:moveTo>
                    <a:pt x="2977" y="4990"/>
                  </a:moveTo>
                  <a:lnTo>
                    <a:pt x="2977" y="7347"/>
                  </a:lnTo>
                  <a:lnTo>
                    <a:pt x="2453" y="6085"/>
                  </a:lnTo>
                  <a:cubicBezTo>
                    <a:pt x="2430" y="6014"/>
                    <a:pt x="2346" y="5942"/>
                    <a:pt x="2275" y="5906"/>
                  </a:cubicBezTo>
                  <a:cubicBezTo>
                    <a:pt x="2239" y="5889"/>
                    <a:pt x="2197" y="5880"/>
                    <a:pt x="2154" y="5880"/>
                  </a:cubicBezTo>
                  <a:cubicBezTo>
                    <a:pt x="2111" y="5880"/>
                    <a:pt x="2066" y="5889"/>
                    <a:pt x="2025" y="5906"/>
                  </a:cubicBezTo>
                  <a:lnTo>
                    <a:pt x="1679" y="6061"/>
                  </a:lnTo>
                  <a:cubicBezTo>
                    <a:pt x="1596" y="6085"/>
                    <a:pt x="1537" y="6156"/>
                    <a:pt x="1501" y="6240"/>
                  </a:cubicBezTo>
                  <a:cubicBezTo>
                    <a:pt x="1477" y="6311"/>
                    <a:pt x="1477" y="6395"/>
                    <a:pt x="1501" y="6490"/>
                  </a:cubicBezTo>
                  <a:lnTo>
                    <a:pt x="1513" y="6537"/>
                  </a:lnTo>
                  <a:cubicBezTo>
                    <a:pt x="1477" y="6514"/>
                    <a:pt x="1429" y="6502"/>
                    <a:pt x="1382" y="6502"/>
                  </a:cubicBezTo>
                  <a:lnTo>
                    <a:pt x="1025" y="6502"/>
                  </a:lnTo>
                  <a:lnTo>
                    <a:pt x="1025" y="5942"/>
                  </a:lnTo>
                  <a:cubicBezTo>
                    <a:pt x="1025" y="5740"/>
                    <a:pt x="882" y="5597"/>
                    <a:pt x="679" y="5597"/>
                  </a:cubicBezTo>
                  <a:lnTo>
                    <a:pt x="346" y="5597"/>
                  </a:lnTo>
                  <a:lnTo>
                    <a:pt x="346" y="4990"/>
                  </a:lnTo>
                  <a:close/>
                  <a:moveTo>
                    <a:pt x="2132" y="6252"/>
                  </a:moveTo>
                  <a:lnTo>
                    <a:pt x="2858" y="7990"/>
                  </a:lnTo>
                  <a:lnTo>
                    <a:pt x="2549" y="8121"/>
                  </a:lnTo>
                  <a:lnTo>
                    <a:pt x="1810" y="6383"/>
                  </a:lnTo>
                  <a:lnTo>
                    <a:pt x="2132" y="6252"/>
                  </a:lnTo>
                  <a:close/>
                  <a:moveTo>
                    <a:pt x="679" y="5954"/>
                  </a:moveTo>
                  <a:lnTo>
                    <a:pt x="679" y="6835"/>
                  </a:lnTo>
                  <a:lnTo>
                    <a:pt x="679" y="8169"/>
                  </a:lnTo>
                  <a:lnTo>
                    <a:pt x="346" y="8169"/>
                  </a:lnTo>
                  <a:lnTo>
                    <a:pt x="346" y="5954"/>
                  </a:lnTo>
                  <a:close/>
                  <a:moveTo>
                    <a:pt x="1370" y="6847"/>
                  </a:moveTo>
                  <a:lnTo>
                    <a:pt x="1370" y="8169"/>
                  </a:lnTo>
                  <a:lnTo>
                    <a:pt x="1025" y="8169"/>
                  </a:lnTo>
                  <a:lnTo>
                    <a:pt x="1025" y="6847"/>
                  </a:lnTo>
                  <a:close/>
                  <a:moveTo>
                    <a:pt x="1715" y="6990"/>
                  </a:moveTo>
                  <a:lnTo>
                    <a:pt x="2203" y="8169"/>
                  </a:lnTo>
                  <a:lnTo>
                    <a:pt x="1715" y="8169"/>
                  </a:lnTo>
                  <a:lnTo>
                    <a:pt x="1715" y="6990"/>
                  </a:lnTo>
                  <a:close/>
                  <a:moveTo>
                    <a:pt x="251" y="1"/>
                  </a:moveTo>
                  <a:cubicBezTo>
                    <a:pt x="120" y="1"/>
                    <a:pt x="1" y="120"/>
                    <a:pt x="1" y="251"/>
                  </a:cubicBezTo>
                  <a:lnTo>
                    <a:pt x="1" y="8252"/>
                  </a:lnTo>
                  <a:cubicBezTo>
                    <a:pt x="1" y="8395"/>
                    <a:pt x="120" y="8514"/>
                    <a:pt x="251" y="8514"/>
                  </a:cubicBezTo>
                  <a:lnTo>
                    <a:pt x="3061" y="8514"/>
                  </a:lnTo>
                  <a:cubicBezTo>
                    <a:pt x="3203" y="8514"/>
                    <a:pt x="3322" y="8395"/>
                    <a:pt x="3322" y="8252"/>
                  </a:cubicBezTo>
                  <a:lnTo>
                    <a:pt x="3322" y="1704"/>
                  </a:lnTo>
                  <a:lnTo>
                    <a:pt x="3322" y="251"/>
                  </a:lnTo>
                  <a:cubicBezTo>
                    <a:pt x="3322" y="120"/>
                    <a:pt x="3203" y="1"/>
                    <a:pt x="30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965;p85">
              <a:extLst>
                <a:ext uri="{FF2B5EF4-FFF2-40B4-BE49-F238E27FC236}">
                  <a16:creationId xmlns:a16="http://schemas.microsoft.com/office/drawing/2014/main" id="{78176830-6FD8-51D2-EF8C-97396E844F9D}"/>
                </a:ext>
              </a:extLst>
            </p:cNvPr>
            <p:cNvSpPr/>
            <p:nvPr/>
          </p:nvSpPr>
          <p:spPr>
            <a:xfrm>
              <a:off x="1803990" y="3855953"/>
              <a:ext cx="106619" cy="165773"/>
            </a:xfrm>
            <a:custGeom>
              <a:avLst/>
              <a:gdLst/>
              <a:ahLst/>
              <a:cxnLst/>
              <a:rect l="l" t="t" r="r" b="b"/>
              <a:pathLst>
                <a:path w="3347" h="5204" extrusionOk="0">
                  <a:moveTo>
                    <a:pt x="251" y="1"/>
                  </a:moveTo>
                  <a:cubicBezTo>
                    <a:pt x="120" y="1"/>
                    <a:pt x="1" y="120"/>
                    <a:pt x="1" y="251"/>
                  </a:cubicBezTo>
                  <a:lnTo>
                    <a:pt x="1" y="4954"/>
                  </a:lnTo>
                  <a:cubicBezTo>
                    <a:pt x="1" y="5085"/>
                    <a:pt x="120" y="5204"/>
                    <a:pt x="251" y="5204"/>
                  </a:cubicBezTo>
                  <a:lnTo>
                    <a:pt x="715" y="5204"/>
                  </a:lnTo>
                  <a:cubicBezTo>
                    <a:pt x="798" y="5204"/>
                    <a:pt x="894" y="5133"/>
                    <a:pt x="894" y="5025"/>
                  </a:cubicBezTo>
                  <a:cubicBezTo>
                    <a:pt x="894" y="4930"/>
                    <a:pt x="822" y="4847"/>
                    <a:pt x="715" y="4847"/>
                  </a:cubicBezTo>
                  <a:lnTo>
                    <a:pt x="346" y="4847"/>
                  </a:lnTo>
                  <a:lnTo>
                    <a:pt x="346" y="322"/>
                  </a:lnTo>
                  <a:lnTo>
                    <a:pt x="3001" y="322"/>
                  </a:lnTo>
                  <a:lnTo>
                    <a:pt x="3001" y="4847"/>
                  </a:lnTo>
                  <a:lnTo>
                    <a:pt x="1441" y="4847"/>
                  </a:lnTo>
                  <a:cubicBezTo>
                    <a:pt x="1358" y="4847"/>
                    <a:pt x="1263" y="4930"/>
                    <a:pt x="1263" y="5025"/>
                  </a:cubicBezTo>
                  <a:cubicBezTo>
                    <a:pt x="1263" y="5133"/>
                    <a:pt x="1334" y="5204"/>
                    <a:pt x="1441" y="5204"/>
                  </a:cubicBezTo>
                  <a:lnTo>
                    <a:pt x="3096" y="5204"/>
                  </a:lnTo>
                  <a:cubicBezTo>
                    <a:pt x="3227" y="5204"/>
                    <a:pt x="3346" y="5085"/>
                    <a:pt x="3346" y="4954"/>
                  </a:cubicBezTo>
                  <a:lnTo>
                    <a:pt x="3346" y="251"/>
                  </a:lnTo>
                  <a:cubicBezTo>
                    <a:pt x="3346" y="120"/>
                    <a:pt x="3227" y="1"/>
                    <a:pt x="30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0966;p85">
              <a:extLst>
                <a:ext uri="{FF2B5EF4-FFF2-40B4-BE49-F238E27FC236}">
                  <a16:creationId xmlns:a16="http://schemas.microsoft.com/office/drawing/2014/main" id="{99EB45B2-E14E-32CE-F4BE-3C96C6751383}"/>
                </a:ext>
              </a:extLst>
            </p:cNvPr>
            <p:cNvSpPr/>
            <p:nvPr/>
          </p:nvSpPr>
          <p:spPr>
            <a:xfrm>
              <a:off x="1824472" y="3932565"/>
              <a:ext cx="63360" cy="11436"/>
            </a:xfrm>
            <a:custGeom>
              <a:avLst/>
              <a:gdLst/>
              <a:ahLst/>
              <a:cxnLst/>
              <a:rect l="l" t="t" r="r" b="b"/>
              <a:pathLst>
                <a:path w="1989" h="359" extrusionOk="0">
                  <a:moveTo>
                    <a:pt x="179" y="1"/>
                  </a:moveTo>
                  <a:cubicBezTo>
                    <a:pt x="84" y="1"/>
                    <a:pt x="1" y="84"/>
                    <a:pt x="1" y="180"/>
                  </a:cubicBezTo>
                  <a:cubicBezTo>
                    <a:pt x="1" y="287"/>
                    <a:pt x="84" y="358"/>
                    <a:pt x="179" y="358"/>
                  </a:cubicBezTo>
                  <a:lnTo>
                    <a:pt x="1810" y="358"/>
                  </a:lnTo>
                  <a:cubicBezTo>
                    <a:pt x="1906" y="358"/>
                    <a:pt x="1989" y="287"/>
                    <a:pt x="1989" y="180"/>
                  </a:cubicBezTo>
                  <a:cubicBezTo>
                    <a:pt x="1989" y="84"/>
                    <a:pt x="1918" y="1"/>
                    <a:pt x="18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967;p85">
              <a:extLst>
                <a:ext uri="{FF2B5EF4-FFF2-40B4-BE49-F238E27FC236}">
                  <a16:creationId xmlns:a16="http://schemas.microsoft.com/office/drawing/2014/main" id="{433330F2-E4DA-D6AF-5D0B-BB98FD3BB1EE}"/>
                </a:ext>
              </a:extLst>
            </p:cNvPr>
            <p:cNvSpPr/>
            <p:nvPr/>
          </p:nvSpPr>
          <p:spPr>
            <a:xfrm>
              <a:off x="1824472" y="3907941"/>
              <a:ext cx="63360" cy="11404"/>
            </a:xfrm>
            <a:custGeom>
              <a:avLst/>
              <a:gdLst/>
              <a:ahLst/>
              <a:cxnLst/>
              <a:rect l="l" t="t" r="r" b="b"/>
              <a:pathLst>
                <a:path w="1989" h="358" extrusionOk="0"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86"/>
                    <a:pt x="84" y="357"/>
                    <a:pt x="179" y="357"/>
                  </a:cubicBezTo>
                  <a:lnTo>
                    <a:pt x="1810" y="357"/>
                  </a:lnTo>
                  <a:cubicBezTo>
                    <a:pt x="1906" y="357"/>
                    <a:pt x="1989" y="286"/>
                    <a:pt x="1989" y="179"/>
                  </a:cubicBezTo>
                  <a:cubicBezTo>
                    <a:pt x="1989" y="72"/>
                    <a:pt x="1918" y="0"/>
                    <a:pt x="18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0968;p85">
              <a:extLst>
                <a:ext uri="{FF2B5EF4-FFF2-40B4-BE49-F238E27FC236}">
                  <a16:creationId xmlns:a16="http://schemas.microsoft.com/office/drawing/2014/main" id="{C3C6D71B-9919-4F58-3E3A-AC0899CCCE7D}"/>
                </a:ext>
              </a:extLst>
            </p:cNvPr>
            <p:cNvSpPr/>
            <p:nvPr/>
          </p:nvSpPr>
          <p:spPr>
            <a:xfrm>
              <a:off x="1824472" y="3882903"/>
              <a:ext cx="63360" cy="11404"/>
            </a:xfrm>
            <a:custGeom>
              <a:avLst/>
              <a:gdLst/>
              <a:ahLst/>
              <a:cxnLst/>
              <a:rect l="l" t="t" r="r" b="b"/>
              <a:pathLst>
                <a:path w="1989" h="358" extrusionOk="0"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3" y="286"/>
                    <a:pt x="84" y="357"/>
                    <a:pt x="179" y="357"/>
                  </a:cubicBezTo>
                  <a:lnTo>
                    <a:pt x="1810" y="357"/>
                  </a:lnTo>
                  <a:cubicBezTo>
                    <a:pt x="1906" y="357"/>
                    <a:pt x="1989" y="286"/>
                    <a:pt x="1989" y="179"/>
                  </a:cubicBezTo>
                  <a:cubicBezTo>
                    <a:pt x="1989" y="96"/>
                    <a:pt x="1918" y="0"/>
                    <a:pt x="18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0969;p85">
              <a:extLst>
                <a:ext uri="{FF2B5EF4-FFF2-40B4-BE49-F238E27FC236}">
                  <a16:creationId xmlns:a16="http://schemas.microsoft.com/office/drawing/2014/main" id="{78FDBD48-B2DF-631C-DB3C-76ACA11996E9}"/>
                </a:ext>
              </a:extLst>
            </p:cNvPr>
            <p:cNvSpPr/>
            <p:nvPr/>
          </p:nvSpPr>
          <p:spPr>
            <a:xfrm>
              <a:off x="1824472" y="3957603"/>
              <a:ext cx="63360" cy="11786"/>
            </a:xfrm>
            <a:custGeom>
              <a:avLst/>
              <a:gdLst/>
              <a:ahLst/>
              <a:cxnLst/>
              <a:rect l="l" t="t" r="r" b="b"/>
              <a:pathLst>
                <a:path w="1989" h="370" extrusionOk="0">
                  <a:moveTo>
                    <a:pt x="179" y="1"/>
                  </a:moveTo>
                  <a:cubicBezTo>
                    <a:pt x="84" y="1"/>
                    <a:pt x="1" y="84"/>
                    <a:pt x="1" y="191"/>
                  </a:cubicBezTo>
                  <a:cubicBezTo>
                    <a:pt x="1" y="287"/>
                    <a:pt x="84" y="370"/>
                    <a:pt x="179" y="370"/>
                  </a:cubicBezTo>
                  <a:lnTo>
                    <a:pt x="1810" y="370"/>
                  </a:lnTo>
                  <a:cubicBezTo>
                    <a:pt x="1906" y="370"/>
                    <a:pt x="1989" y="287"/>
                    <a:pt x="1989" y="191"/>
                  </a:cubicBezTo>
                  <a:cubicBezTo>
                    <a:pt x="1989" y="84"/>
                    <a:pt x="1918" y="1"/>
                    <a:pt x="18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0970;p85">
              <a:extLst>
                <a:ext uri="{FF2B5EF4-FFF2-40B4-BE49-F238E27FC236}">
                  <a16:creationId xmlns:a16="http://schemas.microsoft.com/office/drawing/2014/main" id="{3DA899A2-0217-D8E3-76AC-667B3466C08B}"/>
                </a:ext>
              </a:extLst>
            </p:cNvPr>
            <p:cNvSpPr/>
            <p:nvPr/>
          </p:nvSpPr>
          <p:spPr>
            <a:xfrm>
              <a:off x="1824472" y="3983023"/>
              <a:ext cx="63360" cy="11404"/>
            </a:xfrm>
            <a:custGeom>
              <a:avLst/>
              <a:gdLst/>
              <a:ahLst/>
              <a:cxnLst/>
              <a:rect l="l" t="t" r="r" b="b"/>
              <a:pathLst>
                <a:path w="1989" h="358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3" y="286"/>
                    <a:pt x="84" y="358"/>
                    <a:pt x="179" y="358"/>
                  </a:cubicBezTo>
                  <a:lnTo>
                    <a:pt x="1810" y="358"/>
                  </a:lnTo>
                  <a:cubicBezTo>
                    <a:pt x="1906" y="358"/>
                    <a:pt x="1989" y="286"/>
                    <a:pt x="1989" y="179"/>
                  </a:cubicBezTo>
                  <a:cubicBezTo>
                    <a:pt x="1989" y="84"/>
                    <a:pt x="1918" y="1"/>
                    <a:pt x="18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0971;p85">
              <a:extLst>
                <a:ext uri="{FF2B5EF4-FFF2-40B4-BE49-F238E27FC236}">
                  <a16:creationId xmlns:a16="http://schemas.microsoft.com/office/drawing/2014/main" id="{5DD07B75-9CF8-850C-EBC0-C86C17DB4761}"/>
                </a:ext>
              </a:extLst>
            </p:cNvPr>
            <p:cNvSpPr/>
            <p:nvPr/>
          </p:nvSpPr>
          <p:spPr>
            <a:xfrm>
              <a:off x="1852919" y="4057372"/>
              <a:ext cx="32269" cy="32269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1" y="345"/>
                  </a:moveTo>
                  <a:cubicBezTo>
                    <a:pt x="596" y="345"/>
                    <a:pt x="667" y="417"/>
                    <a:pt x="667" y="512"/>
                  </a:cubicBezTo>
                  <a:cubicBezTo>
                    <a:pt x="667" y="595"/>
                    <a:pt x="596" y="667"/>
                    <a:pt x="501" y="667"/>
                  </a:cubicBezTo>
                  <a:cubicBezTo>
                    <a:pt x="417" y="667"/>
                    <a:pt x="334" y="595"/>
                    <a:pt x="334" y="512"/>
                  </a:cubicBezTo>
                  <a:cubicBezTo>
                    <a:pt x="334" y="417"/>
                    <a:pt x="417" y="345"/>
                    <a:pt x="501" y="345"/>
                  </a:cubicBezTo>
                  <a:close/>
                  <a:moveTo>
                    <a:pt x="501" y="0"/>
                  </a:moveTo>
                  <a:cubicBezTo>
                    <a:pt x="215" y="0"/>
                    <a:pt x="1" y="226"/>
                    <a:pt x="1" y="512"/>
                  </a:cubicBezTo>
                  <a:cubicBezTo>
                    <a:pt x="1" y="786"/>
                    <a:pt x="215" y="1012"/>
                    <a:pt x="501" y="1012"/>
                  </a:cubicBezTo>
                  <a:cubicBezTo>
                    <a:pt x="786" y="1012"/>
                    <a:pt x="1013" y="786"/>
                    <a:pt x="1013" y="512"/>
                  </a:cubicBezTo>
                  <a:cubicBezTo>
                    <a:pt x="1013" y="226"/>
                    <a:pt x="786" y="0"/>
                    <a:pt x="5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0972;p85">
              <a:extLst>
                <a:ext uri="{FF2B5EF4-FFF2-40B4-BE49-F238E27FC236}">
                  <a16:creationId xmlns:a16="http://schemas.microsoft.com/office/drawing/2014/main" id="{11C244B5-91D6-F921-B86F-990FC52B2AE7}"/>
                </a:ext>
              </a:extLst>
            </p:cNvPr>
            <p:cNvSpPr/>
            <p:nvPr/>
          </p:nvSpPr>
          <p:spPr>
            <a:xfrm>
              <a:off x="1803607" y="4031188"/>
              <a:ext cx="34563" cy="88398"/>
            </a:xfrm>
            <a:custGeom>
              <a:avLst/>
              <a:gdLst/>
              <a:ahLst/>
              <a:cxnLst/>
              <a:rect l="l" t="t" r="r" b="b"/>
              <a:pathLst>
                <a:path w="1085" h="2775" extrusionOk="0">
                  <a:moveTo>
                    <a:pt x="596" y="584"/>
                  </a:moveTo>
                  <a:cubicBezTo>
                    <a:pt x="668" y="584"/>
                    <a:pt x="739" y="644"/>
                    <a:pt x="739" y="739"/>
                  </a:cubicBezTo>
                  <a:lnTo>
                    <a:pt x="739" y="2025"/>
                  </a:lnTo>
                  <a:cubicBezTo>
                    <a:pt x="739" y="2108"/>
                    <a:pt x="679" y="2179"/>
                    <a:pt x="596" y="2179"/>
                  </a:cubicBezTo>
                  <a:lnTo>
                    <a:pt x="358" y="2179"/>
                  </a:lnTo>
                  <a:lnTo>
                    <a:pt x="358" y="584"/>
                  </a:lnTo>
                  <a:close/>
                  <a:moveTo>
                    <a:pt x="179" y="1"/>
                  </a:moveTo>
                  <a:cubicBezTo>
                    <a:pt x="84" y="1"/>
                    <a:pt x="1" y="84"/>
                    <a:pt x="1" y="179"/>
                  </a:cubicBezTo>
                  <a:lnTo>
                    <a:pt x="1" y="417"/>
                  </a:lnTo>
                  <a:lnTo>
                    <a:pt x="1" y="2358"/>
                  </a:lnTo>
                  <a:lnTo>
                    <a:pt x="1" y="2596"/>
                  </a:lnTo>
                  <a:cubicBezTo>
                    <a:pt x="1" y="2680"/>
                    <a:pt x="72" y="2775"/>
                    <a:pt x="179" y="2775"/>
                  </a:cubicBezTo>
                  <a:cubicBezTo>
                    <a:pt x="263" y="2775"/>
                    <a:pt x="358" y="2703"/>
                    <a:pt x="358" y="2596"/>
                  </a:cubicBezTo>
                  <a:lnTo>
                    <a:pt x="358" y="2525"/>
                  </a:lnTo>
                  <a:lnTo>
                    <a:pt x="596" y="2525"/>
                  </a:lnTo>
                  <a:cubicBezTo>
                    <a:pt x="858" y="2525"/>
                    <a:pt x="1084" y="2299"/>
                    <a:pt x="1084" y="2025"/>
                  </a:cubicBezTo>
                  <a:lnTo>
                    <a:pt x="1084" y="739"/>
                  </a:lnTo>
                  <a:cubicBezTo>
                    <a:pt x="1084" y="465"/>
                    <a:pt x="870" y="239"/>
                    <a:pt x="596" y="239"/>
                  </a:cubicBezTo>
                  <a:lnTo>
                    <a:pt x="358" y="239"/>
                  </a:lnTo>
                  <a:lnTo>
                    <a:pt x="358" y="179"/>
                  </a:lnTo>
                  <a:cubicBezTo>
                    <a:pt x="358" y="96"/>
                    <a:pt x="275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2067;p32">
            <a:extLst>
              <a:ext uri="{FF2B5EF4-FFF2-40B4-BE49-F238E27FC236}">
                <a16:creationId xmlns:a16="http://schemas.microsoft.com/office/drawing/2014/main" id="{1F3711FF-50E4-0262-7070-1EB1B4BA499B}"/>
              </a:ext>
            </a:extLst>
          </p:cNvPr>
          <p:cNvSpPr txBox="1"/>
          <p:nvPr/>
        </p:nvSpPr>
        <p:spPr>
          <a:xfrm>
            <a:off x="6668587" y="4580037"/>
            <a:ext cx="2450714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SAP</a:t>
            </a:r>
            <a:endParaRPr b="1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" name="Google Shape;2070;p32">
            <a:extLst>
              <a:ext uri="{FF2B5EF4-FFF2-40B4-BE49-F238E27FC236}">
                <a16:creationId xmlns:a16="http://schemas.microsoft.com/office/drawing/2014/main" id="{7C36A783-B7A6-D42D-9D07-BFAC0903AAB2}"/>
              </a:ext>
            </a:extLst>
          </p:cNvPr>
          <p:cNvSpPr txBox="1"/>
          <p:nvPr/>
        </p:nvSpPr>
        <p:spPr>
          <a:xfrm>
            <a:off x="7918760" y="5034927"/>
            <a:ext cx="257453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 dirty="0">
                <a:solidFill>
                  <a:srgbClr val="232323"/>
                </a:solidFill>
                <a:latin typeface="Arial"/>
              </a:rPr>
              <a:t>EMPRESA RECEPTORA DE PAGOS CMPC:</a:t>
            </a:r>
          </a:p>
        </p:txBody>
      </p:sp>
      <p:cxnSp>
        <p:nvCxnSpPr>
          <p:cNvPr id="41" name="Google Shape;2075;p32">
            <a:extLst>
              <a:ext uri="{FF2B5EF4-FFF2-40B4-BE49-F238E27FC236}">
                <a16:creationId xmlns:a16="http://schemas.microsoft.com/office/drawing/2014/main" id="{73603B28-209E-8D7B-DB70-1DC5D6D34CF1}"/>
              </a:ext>
            </a:extLst>
          </p:cNvPr>
          <p:cNvCxnSpPr/>
          <p:nvPr/>
        </p:nvCxnSpPr>
        <p:spPr>
          <a:xfrm>
            <a:off x="6436067" y="4287388"/>
            <a:ext cx="0" cy="1057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2078;p32">
            <a:extLst>
              <a:ext uri="{FF2B5EF4-FFF2-40B4-BE49-F238E27FC236}">
                <a16:creationId xmlns:a16="http://schemas.microsoft.com/office/drawing/2014/main" id="{E3D83A78-3BC8-4FFE-0D0A-03AE3C4A9CBE}"/>
              </a:ext>
            </a:extLst>
          </p:cNvPr>
          <p:cNvSpPr txBox="1"/>
          <p:nvPr/>
        </p:nvSpPr>
        <p:spPr>
          <a:xfrm>
            <a:off x="6617660" y="4292937"/>
            <a:ext cx="2893507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s-419" sz="1300" b="1" dirty="0">
                <a:solidFill>
                  <a:srgbClr val="0F2240"/>
                </a:solidFill>
                <a:latin typeface="Arial"/>
              </a:rPr>
              <a:t>MONTO TOTAL</a:t>
            </a:r>
            <a:endParaRPr sz="1300" b="1" dirty="0">
              <a:solidFill>
                <a:srgbClr val="0F2240"/>
              </a:solidFill>
              <a:latin typeface="Arial"/>
            </a:endParaRPr>
          </a:p>
        </p:txBody>
      </p:sp>
      <p:pic>
        <p:nvPicPr>
          <p:cNvPr id="1026" name="Picture 2" descr="Perfil - Iconos gratis de interfaz">
            <a:extLst>
              <a:ext uri="{FF2B5EF4-FFF2-40B4-BE49-F238E27FC236}">
                <a16:creationId xmlns:a16="http://schemas.microsoft.com/office/drawing/2014/main" id="{DFE7B3A9-7207-62D8-AD7A-6E5920A2A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74" y="782347"/>
            <a:ext cx="1768881" cy="1768881"/>
          </a:xfrm>
          <a:prstGeom prst="ellipse">
            <a:avLst/>
          </a:prstGeom>
          <a:noFill/>
          <a:ln w="9525" cap="flat" cmpd="sng">
            <a:solidFill>
              <a:srgbClr val="6DAC3B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82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:a16="http://schemas.microsoft.com/office/drawing/2014/main" id="{18B0FE65-1003-C586-60CD-A89B98C3BF98}"/>
              </a:ext>
            </a:extLst>
          </p:cNvPr>
          <p:cNvSpPr/>
          <p:nvPr/>
        </p:nvSpPr>
        <p:spPr>
          <a:xfrm>
            <a:off x="239268" y="178667"/>
            <a:ext cx="1104900" cy="307975"/>
          </a:xfrm>
          <a:custGeom>
            <a:avLst/>
            <a:gdLst/>
            <a:ahLst/>
            <a:cxnLst/>
            <a:rect l="l" t="t" r="r" b="b"/>
            <a:pathLst>
              <a:path w="1104900" h="307975">
                <a:moveTo>
                  <a:pt x="0" y="0"/>
                </a:moveTo>
                <a:lnTo>
                  <a:pt x="109169" y="72517"/>
                </a:lnTo>
                <a:lnTo>
                  <a:pt x="132638" y="83566"/>
                </a:lnTo>
                <a:lnTo>
                  <a:pt x="157784" y="87249"/>
                </a:lnTo>
                <a:lnTo>
                  <a:pt x="182918" y="83566"/>
                </a:lnTo>
                <a:lnTo>
                  <a:pt x="206400" y="72517"/>
                </a:lnTo>
                <a:lnTo>
                  <a:pt x="266903" y="32257"/>
                </a:lnTo>
                <a:lnTo>
                  <a:pt x="290385" y="21336"/>
                </a:lnTo>
                <a:lnTo>
                  <a:pt x="315518" y="17652"/>
                </a:lnTo>
                <a:lnTo>
                  <a:pt x="340652" y="21336"/>
                </a:lnTo>
                <a:lnTo>
                  <a:pt x="364121" y="32257"/>
                </a:lnTo>
                <a:lnTo>
                  <a:pt x="424713" y="72517"/>
                </a:lnTo>
                <a:lnTo>
                  <a:pt x="448183" y="83566"/>
                </a:lnTo>
                <a:lnTo>
                  <a:pt x="473316" y="87249"/>
                </a:lnTo>
                <a:lnTo>
                  <a:pt x="498449" y="83566"/>
                </a:lnTo>
                <a:lnTo>
                  <a:pt x="521919" y="72517"/>
                </a:lnTo>
                <a:lnTo>
                  <a:pt x="582523" y="32257"/>
                </a:lnTo>
                <a:lnTo>
                  <a:pt x="606005" y="21336"/>
                </a:lnTo>
                <a:lnTo>
                  <a:pt x="631139" y="17652"/>
                </a:lnTo>
                <a:lnTo>
                  <a:pt x="656272" y="21336"/>
                </a:lnTo>
                <a:lnTo>
                  <a:pt x="679729" y="32257"/>
                </a:lnTo>
                <a:lnTo>
                  <a:pt x="740333" y="72517"/>
                </a:lnTo>
                <a:lnTo>
                  <a:pt x="763790" y="83566"/>
                </a:lnTo>
                <a:lnTo>
                  <a:pt x="788923" y="87249"/>
                </a:lnTo>
                <a:lnTo>
                  <a:pt x="814044" y="83566"/>
                </a:lnTo>
                <a:lnTo>
                  <a:pt x="837514" y="72517"/>
                </a:lnTo>
                <a:lnTo>
                  <a:pt x="898245" y="32257"/>
                </a:lnTo>
                <a:lnTo>
                  <a:pt x="921702" y="21208"/>
                </a:lnTo>
                <a:lnTo>
                  <a:pt x="946823" y="17652"/>
                </a:lnTo>
                <a:lnTo>
                  <a:pt x="971943" y="21208"/>
                </a:lnTo>
                <a:lnTo>
                  <a:pt x="995413" y="32257"/>
                </a:lnTo>
                <a:lnTo>
                  <a:pt x="1104773" y="104775"/>
                </a:lnTo>
              </a:path>
              <a:path w="1104900" h="307975">
                <a:moveTo>
                  <a:pt x="0" y="202692"/>
                </a:moveTo>
                <a:lnTo>
                  <a:pt x="109169" y="275209"/>
                </a:lnTo>
                <a:lnTo>
                  <a:pt x="132638" y="286258"/>
                </a:lnTo>
                <a:lnTo>
                  <a:pt x="157784" y="289940"/>
                </a:lnTo>
                <a:lnTo>
                  <a:pt x="182918" y="286258"/>
                </a:lnTo>
                <a:lnTo>
                  <a:pt x="206400" y="275209"/>
                </a:lnTo>
                <a:lnTo>
                  <a:pt x="266903" y="234950"/>
                </a:lnTo>
                <a:lnTo>
                  <a:pt x="290385" y="224027"/>
                </a:lnTo>
                <a:lnTo>
                  <a:pt x="315518" y="220345"/>
                </a:lnTo>
                <a:lnTo>
                  <a:pt x="340652" y="224027"/>
                </a:lnTo>
                <a:lnTo>
                  <a:pt x="364121" y="234950"/>
                </a:lnTo>
                <a:lnTo>
                  <a:pt x="424713" y="275209"/>
                </a:lnTo>
                <a:lnTo>
                  <a:pt x="448183" y="286258"/>
                </a:lnTo>
                <a:lnTo>
                  <a:pt x="473316" y="289940"/>
                </a:lnTo>
                <a:lnTo>
                  <a:pt x="498449" y="286258"/>
                </a:lnTo>
                <a:lnTo>
                  <a:pt x="521919" y="275209"/>
                </a:lnTo>
                <a:lnTo>
                  <a:pt x="582523" y="234950"/>
                </a:lnTo>
                <a:lnTo>
                  <a:pt x="606005" y="224027"/>
                </a:lnTo>
                <a:lnTo>
                  <a:pt x="631139" y="220345"/>
                </a:lnTo>
                <a:lnTo>
                  <a:pt x="656272" y="224027"/>
                </a:lnTo>
                <a:lnTo>
                  <a:pt x="679729" y="234950"/>
                </a:lnTo>
                <a:lnTo>
                  <a:pt x="740333" y="275209"/>
                </a:lnTo>
                <a:lnTo>
                  <a:pt x="763790" y="286258"/>
                </a:lnTo>
                <a:lnTo>
                  <a:pt x="788923" y="289940"/>
                </a:lnTo>
                <a:lnTo>
                  <a:pt x="814044" y="286258"/>
                </a:lnTo>
                <a:lnTo>
                  <a:pt x="837514" y="275209"/>
                </a:lnTo>
                <a:lnTo>
                  <a:pt x="898245" y="234950"/>
                </a:lnTo>
                <a:lnTo>
                  <a:pt x="921702" y="223900"/>
                </a:lnTo>
                <a:lnTo>
                  <a:pt x="946823" y="220345"/>
                </a:lnTo>
                <a:lnTo>
                  <a:pt x="971943" y="223900"/>
                </a:lnTo>
                <a:lnTo>
                  <a:pt x="995413" y="234950"/>
                </a:lnTo>
                <a:lnTo>
                  <a:pt x="1104773" y="307467"/>
                </a:lnTo>
              </a:path>
            </a:pathLst>
          </a:custGeom>
          <a:ln w="55325">
            <a:solidFill>
              <a:srgbClr val="F0CA39"/>
            </a:solidFill>
          </a:ln>
        </p:spPr>
        <p:txBody>
          <a:bodyPr wrap="square" lIns="0" tIns="0" rIns="0" bIns="0" rtlCol="0"/>
          <a:lstStyle/>
          <a:p>
            <a:pPr defTabSz="914411">
              <a:defRPr/>
            </a:pPr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30B63AF3-5B49-BC08-95E5-A6DE358761C5}"/>
              </a:ext>
            </a:extLst>
          </p:cNvPr>
          <p:cNvSpPr txBox="1">
            <a:spLocks/>
          </p:cNvSpPr>
          <p:nvPr/>
        </p:nvSpPr>
        <p:spPr>
          <a:xfrm>
            <a:off x="1526876" y="110524"/>
            <a:ext cx="9138248" cy="436863"/>
          </a:xfrm>
          <a:prstGeom prst="rect">
            <a:avLst/>
          </a:prstGeom>
        </p:spPr>
        <p:txBody>
          <a:bodyPr vert="horz" wrap="square" lIns="0" tIns="66878" rIns="0" bIns="0" rtlCol="0">
            <a:spAutoFit/>
          </a:bodyPr>
          <a:lstStyle>
            <a:lvl1pPr>
              <a:defRPr sz="2400" b="1" i="0">
                <a:solidFill>
                  <a:srgbClr val="4BAC2D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07315">
              <a:spcBef>
                <a:spcPts val="100"/>
              </a:spcBef>
            </a:pPr>
            <a:r>
              <a:rPr lang="es-ES" kern="0" dirty="0"/>
              <a:t>EVIDENCIAS DE REDES SOCIALES Y FUENTES ABIERTAS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1230188"/>
            <a:ext cx="71323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F2240"/>
                </a:solidFill>
                <a:latin typeface="Arial"/>
              </a:defRPr>
            </a:pPr>
            <a:r>
              <a:rPr dirty="0"/>
              <a:t>APRECIACIÓN DE CONTENIDO: </a:t>
            </a:r>
            <a:r>
              <a:rPr sz="1300" b="1" dirty="0">
                <a:solidFill>
                  <a:srgbClr val="6E6E6E"/>
                </a:solidFill>
                <a:latin typeface="Arial"/>
              </a:rPr>
              <a:t>NEUTRO</a:t>
            </a:r>
          </a:p>
          <a:p>
            <a:pPr>
              <a:spcAft>
                <a:spcPts val="1400"/>
              </a:spcAft>
              <a:defRPr sz="1100">
                <a:solidFill>
                  <a:srgbClr val="232323"/>
                </a:solidFill>
                <a:latin typeface="Arial"/>
              </a:defRPr>
            </a:pPr>
            <a:r>
              <a:rPr dirty="0"/>
              <a:t>Las </a:t>
            </a:r>
            <a:r>
              <a:rPr dirty="0" err="1"/>
              <a:t>referencias</a:t>
            </a:r>
            <a:r>
              <a:rPr dirty="0"/>
              <a:t> </a:t>
            </a:r>
            <a:r>
              <a:rPr dirty="0" err="1"/>
              <a:t>detectadas</a:t>
            </a:r>
            <a:r>
              <a:rPr dirty="0"/>
              <a:t> </a:t>
            </a:r>
            <a:r>
              <a:rPr dirty="0" err="1"/>
              <a:t>corresponden</a:t>
            </a:r>
            <a:r>
              <a:rPr dirty="0"/>
              <a:t> de forma </a:t>
            </a:r>
            <a:r>
              <a:rPr dirty="0" err="1"/>
              <a:t>exclusiva</a:t>
            </a:r>
            <a:r>
              <a:rPr dirty="0"/>
              <a:t> a </a:t>
            </a:r>
            <a:r>
              <a:rPr dirty="0" err="1"/>
              <a:t>directorios</a:t>
            </a:r>
            <a:r>
              <a:rPr dirty="0"/>
              <a:t> </a:t>
            </a:r>
            <a:r>
              <a:rPr dirty="0" err="1"/>
              <a:t>corporativos</a:t>
            </a:r>
            <a:r>
              <a:rPr dirty="0"/>
              <a:t>, </a:t>
            </a:r>
            <a:r>
              <a:rPr dirty="0" err="1"/>
              <a:t>registros</a:t>
            </a:r>
            <a:r>
              <a:rPr dirty="0"/>
              <a:t> </a:t>
            </a:r>
            <a:r>
              <a:rPr dirty="0" err="1"/>
              <a:t>técnicos</a:t>
            </a:r>
            <a:r>
              <a:rPr dirty="0"/>
              <a:t> de </a:t>
            </a:r>
            <a:r>
              <a:rPr dirty="0" err="1"/>
              <a:t>acreditación</a:t>
            </a:r>
            <a:r>
              <a:rPr dirty="0"/>
              <a:t> de </a:t>
            </a:r>
            <a:r>
              <a:rPr dirty="0" err="1"/>
              <a:t>proveedores</a:t>
            </a:r>
            <a:r>
              <a:rPr dirty="0"/>
              <a:t> y </a:t>
            </a:r>
            <a:r>
              <a:rPr dirty="0" err="1"/>
              <a:t>nóminas</a:t>
            </a:r>
            <a:r>
              <a:rPr dirty="0"/>
              <a:t> de </a:t>
            </a:r>
            <a:r>
              <a:rPr dirty="0" err="1"/>
              <a:t>transparencia</a:t>
            </a:r>
            <a:r>
              <a:rPr dirty="0"/>
              <a:t> </a:t>
            </a:r>
            <a:r>
              <a:rPr dirty="0" err="1"/>
              <a:t>comercial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portal de Mercado Público de Chile. No se </a:t>
            </a:r>
            <a:r>
              <a:rPr dirty="0" err="1"/>
              <a:t>evidencian</a:t>
            </a:r>
            <a:r>
              <a:rPr dirty="0"/>
              <a:t> </a:t>
            </a:r>
            <a:r>
              <a:rPr dirty="0" err="1"/>
              <a:t>reclamos</a:t>
            </a:r>
            <a:r>
              <a:rPr dirty="0"/>
              <a:t> de </a:t>
            </a:r>
            <a:r>
              <a:rPr dirty="0" err="1"/>
              <a:t>dominio</a:t>
            </a:r>
            <a:r>
              <a:rPr dirty="0"/>
              <a:t> </a:t>
            </a:r>
            <a:r>
              <a:rPr dirty="0" err="1"/>
              <a:t>público</a:t>
            </a:r>
            <a:r>
              <a:rPr dirty="0"/>
              <a:t>, </a:t>
            </a:r>
            <a:r>
              <a:rPr dirty="0" err="1"/>
              <a:t>funas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campañas</a:t>
            </a:r>
            <a:r>
              <a:rPr dirty="0"/>
              <a:t> de </a:t>
            </a:r>
            <a:r>
              <a:rPr dirty="0" err="1"/>
              <a:t>desprestigio</a:t>
            </a:r>
            <a:r>
              <a:rPr dirty="0"/>
              <a:t> de </a:t>
            </a:r>
            <a:r>
              <a:rPr dirty="0" err="1"/>
              <a:t>su</a:t>
            </a:r>
            <a:r>
              <a:rPr dirty="0"/>
              <a:t> imagen </a:t>
            </a:r>
            <a:r>
              <a:rPr dirty="0" err="1"/>
              <a:t>corporativa</a:t>
            </a:r>
            <a:r>
              <a:rPr dirty="0"/>
              <a:t>.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313829E5-C21D-D06A-CF12-868AFF580585}"/>
              </a:ext>
            </a:extLst>
          </p:cNvPr>
          <p:cNvSpPr txBox="1"/>
          <p:nvPr/>
        </p:nvSpPr>
        <p:spPr>
          <a:xfrm>
            <a:off x="1344168" y="2474893"/>
            <a:ext cx="71323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F2240"/>
                </a:solidFill>
                <a:latin typeface="Arial"/>
              </a:defRPr>
            </a:pPr>
            <a:r>
              <a:rPr lang="es-419" sz="1300" b="1" dirty="0">
                <a:solidFill>
                  <a:srgbClr val="6E6E6E"/>
                </a:solidFill>
                <a:latin typeface="Arial"/>
              </a:rPr>
              <a:t>CAUSAS PODER JUDICIAL</a:t>
            </a:r>
            <a:endParaRPr sz="1300" b="1" dirty="0">
              <a:solidFill>
                <a:srgbClr val="6E6E6E"/>
              </a:solidFill>
              <a:latin typeface="Arial"/>
            </a:endParaRPr>
          </a:p>
          <a:p>
            <a:pPr>
              <a:spcAft>
                <a:spcPts val="1400"/>
              </a:spcAft>
              <a:defRPr sz="1100">
                <a:solidFill>
                  <a:srgbClr val="232323"/>
                </a:solidFill>
                <a:latin typeface="Arial"/>
              </a:defRPr>
            </a:pPr>
            <a:r>
              <a:rPr dirty="0"/>
              <a:t>Las </a:t>
            </a:r>
            <a:r>
              <a:rPr dirty="0" err="1"/>
              <a:t>referencias</a:t>
            </a:r>
            <a:r>
              <a:rPr dirty="0"/>
              <a:t> </a:t>
            </a:r>
            <a:r>
              <a:rPr dirty="0" err="1"/>
              <a:t>detectadas</a:t>
            </a:r>
            <a:r>
              <a:rPr dirty="0"/>
              <a:t> </a:t>
            </a:r>
            <a:r>
              <a:rPr dirty="0" err="1"/>
              <a:t>corresponden</a:t>
            </a:r>
            <a:r>
              <a:rPr dirty="0"/>
              <a:t> de forma </a:t>
            </a:r>
            <a:r>
              <a:rPr dirty="0" err="1"/>
              <a:t>exclusiva</a:t>
            </a:r>
            <a:r>
              <a:rPr dirty="0"/>
              <a:t> a </a:t>
            </a:r>
            <a:r>
              <a:rPr dirty="0" err="1"/>
              <a:t>directorios</a:t>
            </a:r>
            <a:r>
              <a:rPr dirty="0"/>
              <a:t> </a:t>
            </a:r>
            <a:r>
              <a:rPr dirty="0" err="1"/>
              <a:t>corporativos</a:t>
            </a:r>
            <a:r>
              <a:rPr dirty="0"/>
              <a:t>, </a:t>
            </a:r>
            <a:r>
              <a:rPr dirty="0" err="1"/>
              <a:t>registros</a:t>
            </a:r>
            <a:r>
              <a:rPr dirty="0"/>
              <a:t> </a:t>
            </a:r>
            <a:r>
              <a:rPr dirty="0" err="1"/>
              <a:t>técnicos</a:t>
            </a:r>
            <a:r>
              <a:rPr dirty="0"/>
              <a:t> de </a:t>
            </a:r>
            <a:r>
              <a:rPr dirty="0" err="1"/>
              <a:t>acreditación</a:t>
            </a:r>
            <a:r>
              <a:rPr dirty="0"/>
              <a:t> de </a:t>
            </a:r>
            <a:r>
              <a:rPr dirty="0" err="1"/>
              <a:t>proveedores</a:t>
            </a:r>
            <a:r>
              <a:rPr dirty="0"/>
              <a:t> y </a:t>
            </a:r>
            <a:r>
              <a:rPr dirty="0" err="1"/>
              <a:t>nóminas</a:t>
            </a:r>
            <a:r>
              <a:rPr dirty="0"/>
              <a:t> de </a:t>
            </a:r>
            <a:r>
              <a:rPr dirty="0" err="1"/>
              <a:t>transparencia</a:t>
            </a:r>
            <a:r>
              <a:rPr dirty="0"/>
              <a:t> </a:t>
            </a:r>
            <a:r>
              <a:rPr dirty="0" err="1"/>
              <a:t>comercial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portal de Mercado Público de Chile. No se </a:t>
            </a:r>
            <a:r>
              <a:rPr dirty="0" err="1"/>
              <a:t>evidencian</a:t>
            </a:r>
            <a:r>
              <a:rPr dirty="0"/>
              <a:t> </a:t>
            </a:r>
            <a:r>
              <a:rPr dirty="0" err="1"/>
              <a:t>reclamos</a:t>
            </a:r>
            <a:r>
              <a:rPr dirty="0"/>
              <a:t> de </a:t>
            </a:r>
            <a:r>
              <a:rPr dirty="0" err="1"/>
              <a:t>dominio</a:t>
            </a:r>
            <a:r>
              <a:rPr dirty="0"/>
              <a:t> </a:t>
            </a:r>
            <a:r>
              <a:rPr dirty="0" err="1"/>
              <a:t>público</a:t>
            </a:r>
            <a:r>
              <a:rPr dirty="0"/>
              <a:t>, </a:t>
            </a:r>
            <a:r>
              <a:rPr dirty="0" err="1"/>
              <a:t>funas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campañas</a:t>
            </a:r>
            <a:r>
              <a:rPr dirty="0"/>
              <a:t> de </a:t>
            </a:r>
            <a:r>
              <a:rPr dirty="0" err="1"/>
              <a:t>desprestigio</a:t>
            </a:r>
            <a:r>
              <a:rPr dirty="0"/>
              <a:t> de </a:t>
            </a:r>
            <a:r>
              <a:rPr dirty="0" err="1"/>
              <a:t>su</a:t>
            </a:r>
            <a:r>
              <a:rPr dirty="0"/>
              <a:t> imagen </a:t>
            </a:r>
            <a:r>
              <a:rPr dirty="0" err="1"/>
              <a:t>corporativa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637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4671</TotalTime>
  <Words>419</Words>
  <Application>Microsoft Macintosh PowerPoint</Application>
  <PresentationFormat>Panorámica</PresentationFormat>
  <Paragraphs>50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Arial</vt:lpstr>
      <vt:lpstr>Calibri</vt:lpstr>
      <vt:lpstr>Century Gothic</vt:lpstr>
      <vt:lpstr>Fira Sans</vt:lpstr>
      <vt:lpstr>Trebuchet MS</vt:lpstr>
      <vt:lpstr>Office Theme</vt:lpstr>
      <vt:lpstr>Análisis de información 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GERENCIA SECURITY</dc:title>
  <dc:creator>Allan Nettle Mebus (Empresas CMPC)</dc:creator>
  <cp:lastModifiedBy>Cristopher Vásquez</cp:lastModifiedBy>
  <cp:revision>193</cp:revision>
  <cp:lastPrinted>2024-03-08T14:16:38Z</cp:lastPrinted>
  <dcterms:created xsi:type="dcterms:W3CDTF">2023-04-26T22:02:08Z</dcterms:created>
  <dcterms:modified xsi:type="dcterms:W3CDTF">2026-05-16T01:41:50Z</dcterms:modified>
</cp:coreProperties>
</file>